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9144" cy="5143500"/>
          </a:xfrm>
          <a:prstGeom prst="rect">
            <a:avLst/>
          </a:prstGeom>
          <a:solidFill>
            <a:srgbClr val="1A1F2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1371600"/>
            <a:ext cx="10058400" cy="4114800"/>
          </a:xfrm>
          <a:prstGeom prst="roundRect">
            <a:avLst>
              <a:gd name="adj" fmla="val 3333"/>
            </a:avLst>
          </a:prstGeom>
          <a:solidFill>
            <a:srgbClr val="111827">
              <a:alpha val="8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152400" dist="50800" dir="108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1371600"/>
            <a:ext cx="182880" cy="4114800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Fahrersoftware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Zukunft der Fahrzeugdisposition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Software für alle Standorte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5669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260K€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371600" y="6126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Einsparung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5669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572000" y="6126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 gespart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5669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2.5h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772400" y="6126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Leerlauf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STATUS: PROBLEME ERKANNT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FF79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Standorte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Isoliert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65760" cy="36576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46304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332720" y="1737360"/>
            <a:ext cx="365760" cy="3657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2336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Leerlauf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663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2.5h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00584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Tag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4297680"/>
            <a:ext cx="365760" cy="3657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402336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FF79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Wartezeit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663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49224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32720" y="4297680"/>
            <a:ext cx="365760" cy="36576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UPGRADE: LÖSUNG BEREIT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6400800" cy="4937760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12700">
            <a:solidFill>
              <a:srgbClr val="FF79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Software für alle Standorte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05840" y="2651760"/>
            <a:ext cx="228600" cy="22860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Synergien nutzen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Vernetzung aller Standorte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3474720"/>
            <a:ext cx="228600" cy="22860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Effizienz steigern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Optimierte Fahrzeugnutzung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4297680"/>
            <a:ext cx="228600" cy="22860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Automatisierung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manuelle Arbeit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5120640"/>
            <a:ext cx="228600" cy="228600"/>
          </a:xfrm>
          <a:prstGeom prst="ellipse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5074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Kosteneinsparung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5074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260.000 € jährlich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0" y="1463040"/>
            <a:ext cx="4114800" cy="493776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PROJEKTIERTE METRIKEN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12 Monate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8952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Effizienz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+ 40%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58952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Transparenz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4617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 MINIMUM VIABLE PRODUCT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Planungs-Engine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0896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App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46304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60704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APIs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108960" y="5760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402336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4754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Live-Dashboard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5760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402336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607040" y="5760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371600"/>
            <a:ext cx="8503920" cy="41148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152400" dist="50800" dir="108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2860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READY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860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 für die Zukunft?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2860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 gestalten wir die digitale Transformation Ihrer Fahrzeugdisposition.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Dashboard</dc:title>
  <dc:subject>PptxGenJS Presentation</dc:subject>
  <dc:creator>AVEMO Group</dc:creator>
  <cp:lastModifiedBy>AVEMO Group</cp:lastModifiedBy>
  <cp:revision>1</cp:revision>
  <dcterms:created xsi:type="dcterms:W3CDTF">2026-02-06T20:44:16Z</dcterms:created>
  <dcterms:modified xsi:type="dcterms:W3CDTF">2026-02-06T20:44:16Z</dcterms:modified>
</cp:coreProperties>
</file>