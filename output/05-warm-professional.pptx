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1371600" cy="45720"/>
          </a:xfrm>
          <a:prstGeom prst="rect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Software. Alle Standorte.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Herausforderungen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46320" y="1920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3383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B4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UNSERE LÖSUNG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0292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2880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514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834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246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5661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402336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977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0" y="1554480"/>
            <a:ext cx="3017520" cy="3200400"/>
          </a:xfrm>
          <a:prstGeom prst="roundRect">
            <a:avLst>
              <a:gd name="adj" fmla="val 3636"/>
            </a:avLst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260K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5852160" y="2926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Euro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5216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jährliche Einsparung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B4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Kernfunktionen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Touren-Planung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Routenoptimierung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74720" y="1965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1965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971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74720" y="2971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7472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55080" y="2971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5508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25E5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1828800" cy="45720"/>
          </a:xfrm>
          <a:prstGeom prst="rect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5948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AVEMO Group | avemo-group.de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Professional</dc:title>
  <dc:subject>PptxGenJS Presentation</dc:subject>
  <dc:creator>AVEMO Group</dc:creator>
  <cp:lastModifiedBy>AVEMO Group</cp:lastModifiedBy>
  <cp:revision>1</cp:revision>
  <dcterms:created xsi:type="dcterms:W3CDTF">2026-02-06T21:25:33Z</dcterms:created>
  <dcterms:modified xsi:type="dcterms:W3CDTF">2026-02-06T21:25:33Z</dcterms:modified>
</cp:coreProperties>
</file>