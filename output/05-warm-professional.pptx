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Fahrersoftware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1371600" cy="45720"/>
          </a:xfrm>
          <a:prstGeom prst="rect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Eine Software. Alle Standorte.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Aktuelle Herausforderungen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Isolierte Standorte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Vernetzung zwischen Niederlassungen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2801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46320" y="1920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Excel, Outlook &amp; Kalender erzeugen Chaos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Fehlende Transparenz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Echtzeit-KPIs oder Optimierung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7432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Hohe Leerlaufzeit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46320" y="3383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2,5 Stunden pro Fahrzeug pro Tag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B4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UNSERE LÖSUNG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02920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828800"/>
            <a:ext cx="182880" cy="182880"/>
          </a:xfrm>
          <a:prstGeom prst="ellipse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182880" cy="182880"/>
          </a:xfrm>
          <a:prstGeom prst="ellipse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5146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834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182880" cy="182880"/>
          </a:xfrm>
          <a:prstGeom prst="ellipse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246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5661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4023360"/>
            <a:ext cx="182880" cy="182880"/>
          </a:xfrm>
          <a:prstGeom prst="ellipse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977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0" y="1554480"/>
            <a:ext cx="3017520" cy="3200400"/>
          </a:xfrm>
          <a:prstGeom prst="roundRect">
            <a:avLst>
              <a:gd name="adj" fmla="val 3636"/>
            </a:avLst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260K</a:t>
            </a:r>
            <a:endParaRPr lang="en-US" sz="6400" dirty="0"/>
          </a:p>
        </p:txBody>
      </p:sp>
      <p:sp>
        <p:nvSpPr>
          <p:cNvPr id="19" name="Text 17"/>
          <p:cNvSpPr/>
          <p:nvPr/>
        </p:nvSpPr>
        <p:spPr>
          <a:xfrm>
            <a:off x="5852160" y="2926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Euro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85216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jährliche Einsparung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B4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 VIABLE PRODUCT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 Kernfunktionen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600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Planungsalgorithmus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Tourenoptimierung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600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74720" y="1965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55080" y="1600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55080" y="1965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Verwaltungsoberfläche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971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74720" y="2971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47472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7472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55080" y="2971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B4E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5508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5508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25E5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Zukunft?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1828800" cy="45720"/>
          </a:xfrm>
          <a:prstGeom prst="rect">
            <a:avLst/>
          </a:prstGeom>
          <a:solidFill>
            <a:srgbClr val="4BB4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6576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5948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AVEMO Group | avemo-group.de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Professional</dc:title>
  <dc:subject>PptxGenJS Presentation</dc:subject>
  <dc:creator>AVEMO Group</dc:creator>
  <cp:lastModifiedBy>AVEMO Group</cp:lastModifiedBy>
  <cp:revision>1</cp:revision>
  <dcterms:created xsi:type="dcterms:W3CDTF">2026-02-06T21:06:13Z</dcterms:created>
  <dcterms:modified xsi:type="dcterms:W3CDTF">2026-02-06T21:06:13Z</dcterms:modified>
</cp:coreProperties>
</file>