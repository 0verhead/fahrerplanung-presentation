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Fahrersoftware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 der Fahrzeugdisposition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371600" cy="45720"/>
          </a:xfrm>
          <a:prstGeom prst="rect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Software. Alle Standorte.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Aktuelle Herausforderungen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Isolierte Standorte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Vernetzung zwischen Niederlassungen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Excel, Outlook &amp; Kalender erzeugen Chaos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Fehlende Transparenz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Echtzeit-KPIs oder Optimierung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 Leerlaufzeit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2,5 Stunden pro Fahrzeug pro Tag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B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UNSERE LÖSUNG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Eine Software. Alle Standorte.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182880" cy="182880"/>
          </a:xfrm>
          <a:prstGeom prst="ellipse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Standort-Synergien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Vernetzung aller Niederlassungen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182880" cy="182880"/>
          </a:xfrm>
          <a:prstGeom prst="ellipse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Effizienzsteigerung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Optimierte Fahrzeugnutzung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182880" cy="182880"/>
          </a:xfrm>
          <a:prstGeom prst="ellipse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Automatisierung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Reduzierung manueller Arbeit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182880" cy="182880"/>
          </a:xfrm>
          <a:prstGeom prst="ellipse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Kosteneinsparung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Signifikante ROI-Verbesserung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155448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260K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585216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Euro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5216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jährliche Einsparung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B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VIABLE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 Kernfunktionen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B4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Touren-Planung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Intelligente Routenoptimierung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B4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mobile Bedienung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B4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Web-Backoffice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Verwaltung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B4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Nahtlose Systemanbindung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B4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Echtzeit-Flottenübersicht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B4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5508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Berichte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5E5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Bereit für die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Zukunft?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1828800" cy="45720"/>
          </a:xfrm>
          <a:prstGeom prst="rect">
            <a:avLst/>
          </a:prstGeom>
          <a:solidFill>
            <a:srgbClr val="4BB4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Lassen Sie uns gemeinsam Ihre Fahrzeugdisposition transformieren.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948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AVEMO Group | avemo-group.de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Professional</dc:title>
  <dc:subject>PptxGenJS Presentation</dc:subject>
  <dc:creator>AVEMO Group</dc:creator>
  <cp:lastModifiedBy>AVEMO Group</cp:lastModifiedBy>
  <cp:revision>1</cp:revision>
  <dcterms:created xsi:type="dcterms:W3CDTF">2026-02-06T21:18:26Z</dcterms:created>
  <dcterms:modified xsi:type="dcterms:W3CDTF">2026-02-06T21:18:26Z</dcterms:modified>
</cp:coreProperties>
</file>