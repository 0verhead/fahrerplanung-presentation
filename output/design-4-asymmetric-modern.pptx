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6400800" cy="9144000"/>
          </a:xfrm>
          <a:prstGeom prst="roundRect">
            <a:avLst>
              <a:gd name="adj" fmla="val 7143"/>
            </a:avLst>
          </a:prstGeom>
          <a:solidFill>
            <a:srgbClr val="FF7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860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Fahrersoftware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Zukunft der Fahrzeugdisposition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4389120"/>
            <a:ext cx="1828800" cy="36576"/>
          </a:xfrm>
          <a:prstGeom prst="rect">
            <a:avLst/>
          </a:prstGeom>
          <a:solidFill>
            <a:srgbClr val="FF7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0" y="27432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Software für alle Standorte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FF7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Aktuelle Herausforderungen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200400" cy="1737360"/>
          </a:xfrm>
          <a:prstGeom prst="roundRect">
            <a:avLst>
              <a:gd name="adj" fmla="val 7895"/>
            </a:avLst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016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202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Isolierte Standorte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Vernetzung zwischen den Niederlassungen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0" y="1645920"/>
            <a:ext cx="3200400" cy="1737360"/>
          </a:xfrm>
          <a:prstGeom prst="roundRect">
            <a:avLst>
              <a:gd name="adj" fmla="val 7895"/>
            </a:avLst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016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9202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Manuelle Prozesse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97680" y="24688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Excel, Outlook &amp; Kalender führen zu Chaos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498080" y="1645920"/>
            <a:ext cx="3200400" cy="1737360"/>
          </a:xfrm>
          <a:prstGeom prst="roundRect">
            <a:avLst>
              <a:gd name="adj" fmla="val 7895"/>
            </a:avLst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016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680960" y="19202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Fehlende Daten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680960" y="24688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KPIs, keine Optimierung möglich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377440" y="3657600"/>
            <a:ext cx="3200400" cy="1737360"/>
          </a:xfrm>
          <a:prstGeom prst="roundRect">
            <a:avLst>
              <a:gd name="adj" fmla="val 7895"/>
            </a:avLst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016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60320" y="39319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Hohe Leerlaufzeit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560320" y="448056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 Stunden täglich pro Fahrzeug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760720" y="3657600"/>
            <a:ext cx="3200400" cy="1737360"/>
          </a:xfrm>
          <a:prstGeom prst="roundRect">
            <a:avLst>
              <a:gd name="adj" fmla="val 7895"/>
            </a:avLst>
          </a:prstGeom>
          <a:solidFill>
            <a:srgbClr val="F8F9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01600" dir="54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0" y="39319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Wartezeit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943600" y="448056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Tage durchschnittlich auf Fahrzeuge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698480" cy="54864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01600" dir="5400000">
              <a:srgbClr val="000000">
                <a:alpha val="1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18872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Software für alle Standorte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188720" y="2651760"/>
            <a:ext cx="365760" cy="365760"/>
          </a:xfrm>
          <a:prstGeom prst="ellipse">
            <a:avLst/>
          </a:prstGeom>
          <a:solidFill>
            <a:srgbClr val="FF7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Synergien nutzen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0" y="2651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Vernetzung aller Standorte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3474720"/>
            <a:ext cx="365760" cy="365760"/>
          </a:xfrm>
          <a:prstGeom prst="ellipse">
            <a:avLst/>
          </a:prstGeom>
          <a:solidFill>
            <a:srgbClr val="FF7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 steigern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0" y="3474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Optimierte Fahrzeugnutzung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88720" y="4297680"/>
            <a:ext cx="365760" cy="365760"/>
          </a:xfrm>
          <a:prstGeom prst="ellipse">
            <a:avLst/>
          </a:prstGeom>
          <a:solidFill>
            <a:srgbClr val="FF7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4297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Automatisierung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Weniger manuelle Arbeit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188720" y="5120640"/>
            <a:ext cx="365760" cy="365760"/>
          </a:xfrm>
          <a:prstGeom prst="ellipse">
            <a:avLst/>
          </a:prstGeom>
          <a:solidFill>
            <a:srgbClr val="FF7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28800" y="5120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Kosteneinsparung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114800" y="5120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260.000 € jährlich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Viable Product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Kernfunktionen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3017520" cy="128016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Planungsalgorithmus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0" y="2011680"/>
            <a:ext cx="3017520" cy="1280160"/>
          </a:xfrm>
          <a:prstGeom prst="roundRect">
            <a:avLst>
              <a:gd name="adj" fmla="val 50000"/>
            </a:avLst>
          </a:prstGeom>
          <a:solidFill>
            <a:srgbClr val="FF7932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App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566160"/>
            <a:ext cx="3017520" cy="128016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Web-Backoffice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0" y="3566160"/>
            <a:ext cx="3017520" cy="1280160"/>
          </a:xfrm>
          <a:prstGeom prst="roundRect">
            <a:avLst>
              <a:gd name="adj" fmla="val 50000"/>
            </a:avLst>
          </a:prstGeom>
          <a:solidFill>
            <a:srgbClr val="FF7932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Externe Dienstleister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0" y="3566160"/>
            <a:ext cx="3017520" cy="128016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0" y="5120640"/>
            <a:ext cx="3017520" cy="1280160"/>
          </a:xfrm>
          <a:prstGeom prst="roundRect">
            <a:avLst>
              <a:gd name="adj" fmla="val 50000"/>
            </a:avLst>
          </a:prstGeom>
          <a:solidFill>
            <a:srgbClr val="FF7932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9144000" cy="3429000"/>
          </a:xfrm>
          <a:prstGeom prst="rect">
            <a:avLst/>
          </a:prstGeom>
          <a:solidFill>
            <a:srgbClr val="FF7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Bereit für die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Zukunft?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 gestalten wir die digitale Transformation Ihrer Fahrzeugdisposition.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Asymmetric</dc:title>
  <dc:subject>PptxGenJS Presentation</dc:subject>
  <dc:creator>AVEMO Group</dc:creator>
  <cp:lastModifiedBy>AVEMO Group</cp:lastModifiedBy>
  <cp:revision>1</cp:revision>
  <dcterms:created xsi:type="dcterms:W3CDTF">2026-02-06T20:44:16Z</dcterms:created>
  <dcterms:modified xsi:type="dcterms:W3CDTF">2026-02-06T20:44:16Z</dcterms:modified>
</cp:coreProperties>
</file>