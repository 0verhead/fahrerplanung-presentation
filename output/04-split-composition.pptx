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2560320" y="2286000"/>
            <a:ext cx="6126480" cy="1188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0" y="237744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SOFTWARE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74320" y="3200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0" y="365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Herausforderungen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0" y="10515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914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19659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1828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2148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28803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0" y="2743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7947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0" y="3657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3977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6400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304800" dist="101600" dir="8100000">
              <a:srgbClr val="000000">
                <a:alpha val="1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645920" y="11887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645920" y="164592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2788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3200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45920" y="3611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004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4F2F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MVP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Touren-Planung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Routenoptimierung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914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0" y="1920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0" y="914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12648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920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29184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9184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28346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12648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2648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Editorial</dc:title>
  <dc:subject>PptxGenJS Presentation</dc:subject>
  <dc:creator>AVEMO Group</dc:creator>
  <cp:lastModifiedBy>AVEMO Group</cp:lastModifiedBy>
  <cp:revision>1</cp:revision>
  <dcterms:created xsi:type="dcterms:W3CDTF">2026-02-06T21:18:26Z</dcterms:created>
  <dcterms:modified xsi:type="dcterms:W3CDTF">2026-02-06T21:18:26Z</dcterms:modified>
</cp:coreProperties>
</file>