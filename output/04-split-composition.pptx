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FAHRER</a:t>
            </a:r>
            <a:endParaRPr lang="en-US" sz="7200" dirty="0"/>
          </a:p>
        </p:txBody>
      </p:sp>
      <p:sp>
        <p:nvSpPr>
          <p:cNvPr id="3" name="Shape 1"/>
          <p:cNvSpPr/>
          <p:nvPr/>
        </p:nvSpPr>
        <p:spPr>
          <a:xfrm>
            <a:off x="3200400" y="2286000"/>
            <a:ext cx="5486400" cy="1188720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83280" y="2377440"/>
            <a:ext cx="5120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SOFTWARE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9E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Die Zukunft der Fahrzeugdisposition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5143500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64592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74320" y="32004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657600" y="3657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Aktuelle Herausforderungen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657600" y="1051560"/>
            <a:ext cx="274320" cy="27432"/>
          </a:xfrm>
          <a:prstGeom prst="rect">
            <a:avLst/>
          </a:prstGeom>
          <a:solidFill>
            <a:srgbClr val="0000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0" y="9144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Isolierte Standorte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114800" y="12344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Keine Vernetzung zwischen Niederlassungen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0" y="1965960"/>
            <a:ext cx="274320" cy="27432"/>
          </a:xfrm>
          <a:prstGeom prst="rect">
            <a:avLst/>
          </a:prstGeom>
          <a:solidFill>
            <a:srgbClr val="0000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0" y="18288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Manuelle Prozesse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114800" y="21488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Excel, Outlook &amp; Kalender erzeugen Chaos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7600" y="2880360"/>
            <a:ext cx="274320" cy="27432"/>
          </a:xfrm>
          <a:prstGeom prst="rect">
            <a:avLst/>
          </a:prstGeom>
          <a:solidFill>
            <a:srgbClr val="0000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0" y="2743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Fehlende Transparenz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114800" y="30632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Keine Echtzeit-KPIs oder Optimierung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0" y="3794760"/>
            <a:ext cx="274320" cy="27432"/>
          </a:xfrm>
          <a:prstGeom prst="rect">
            <a:avLst/>
          </a:prstGeom>
          <a:solidFill>
            <a:srgbClr val="0000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0" y="36576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Hohe Leerlaufzeit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114800" y="39776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2,5 Stunden pro Fahrzeug pro Tag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71600" y="914400"/>
            <a:ext cx="64008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304800" dist="101600" dir="8100000">
              <a:srgbClr val="000000">
                <a:alpha val="15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1645920" y="11887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DIE LÖSUNG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645920" y="1645920"/>
            <a:ext cx="5852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Eine Software. Alle Standorte.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645920" y="23774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Standort-Synergien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474720" y="2377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7672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Vernetzung aller Niederlassungen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645920" y="27889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Effizienzsteigerung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474720" y="2788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7672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Optimierte Fahrzeugnutzung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645920" y="32004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Automatisierung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474720" y="3200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7672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Reduzierung manueller Arbeit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645920" y="3611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Kosteneinsparung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74720" y="3611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7672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Signifikante ROI-Verbesserung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457200" y="3200400"/>
            <a:ext cx="109728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0" b="1" dirty="0">
                <a:solidFill>
                  <a:srgbClr val="F4F2F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MVP</a:t>
            </a:r>
            <a:endParaRPr lang="en-US" sz="14000" dirty="0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55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MINIMUM VIABLE PRODUCT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550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Planungsalgorithmus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9202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Intelligente Tourenoptimierung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91840" y="9144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550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3291840" y="155448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Driver App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291840" y="19202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Intuitive mobile Bedienung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126480" y="9144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550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6126480" y="155448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Web-Backoffice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126480" y="19202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Zentrale Verwaltungsoberfläche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283464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550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457200" y="34747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API-Integration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384048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Nahtlose Systemanbindung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291840" y="283464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550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3291840" y="34747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Live-Monitoring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291840" y="384048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Echtzeit-Flottenübersicht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26480" y="283464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550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6126480" y="34747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Analytics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126480" y="384048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Automatisierte Berichte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71750"/>
          </a:xfrm>
          <a:prstGeom prst="rect">
            <a:avLst/>
          </a:prstGeom>
          <a:solidFill>
            <a:srgbClr val="0000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2571750"/>
            <a:ext cx="9144000" cy="2571750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7315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Bereit für die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Zukunft?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57200" y="301752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Lassen Sie uns gemeinsam Ihre Fahrzeugdisposition transformieren.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Fahrersoftware - Editorial</dc:title>
  <dc:subject>PptxGenJS Presentation</dc:subject>
  <dc:creator>AVEMO Group</dc:creator>
  <cp:lastModifiedBy>AVEMO Group</cp:lastModifiedBy>
  <cp:revision>1</cp:revision>
  <dcterms:created xsi:type="dcterms:W3CDTF">2026-02-06T21:06:13Z</dcterms:created>
  <dcterms:modified xsi:type="dcterms:W3CDTF">2026-02-06T21:06:13Z</dcterms:modified>
</cp:coreProperties>
</file>