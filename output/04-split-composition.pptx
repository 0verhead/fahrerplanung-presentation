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FAHRER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2560320" y="2286000"/>
            <a:ext cx="6126480" cy="1188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237744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SOFTWARE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Zukunft der Fahrzeugdisposition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7432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0" y="365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Aktuelle Herausforderungen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0" y="1051560"/>
            <a:ext cx="27432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Isolierte Standorte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Vernetzung zwischen Niederlassungen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965960"/>
            <a:ext cx="27432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Manuelle Prozesse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Excel, Outlook &amp; Kalender erzeugen Chaos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2880360"/>
            <a:ext cx="27432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Fehlende Transparenz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Echtzeit-KPIs oder Optimierung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3794760"/>
            <a:ext cx="27432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Hohe Leerlaufzeit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2,5 Stunden pro Fahrzeug pro Tag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04800" dist="101600" dir="81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45920" y="11887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LÖSUNG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45920" y="16459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Eine Software. Alle Standorte.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Standort-Synergien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2377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Vernetzung aller Niederlassungen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Effizienzsteigerung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Optimierte Fahrzeugnutzung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Reduzierung manueller Arbeit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Kosteneinsparung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3611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Signifikante ROI-Verbesserung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2004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4F2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MVP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VIABLE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Touren-Planung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Intelligente Routenoptimierung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914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Intuitive mobile Bedienung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914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Web-Backoffice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Zentrale Verwaltung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Nahtlose Systemanbindung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834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Live-Monitoring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Echtzeit-Flottenübersicht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2648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Berichte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Bereit für die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Zukunft?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Lassen Sie uns gemeinsam Ihre Fahrzeugdisposition transformieren.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Editorial</dc:title>
  <dc:subject>PptxGenJS Presentation</dc:subject>
  <dc:creator>AVEMO Group</dc:creator>
  <cp:lastModifiedBy>AVEMO Group</cp:lastModifiedBy>
  <cp:revision>1</cp:revision>
  <dcterms:created xsi:type="dcterms:W3CDTF">2026-02-06T21:25:33Z</dcterms:created>
  <dcterms:modified xsi:type="dcterms:W3CDTF">2026-02-06T21:25:33Z</dcterms:modified>
</cp:coreProperties>
</file>