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37160" cy="13716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13716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Situation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320040" cy="32004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441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1887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54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20040" cy="320040"/>
          </a:xfrm>
          <a:prstGeom prst="ellipse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22585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1031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2194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468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320040" cy="320040"/>
          </a:xfrm>
          <a:prstGeom prst="ellipse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31729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30175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3108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383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320040" cy="320040"/>
          </a:xfrm>
          <a:prstGeom prst="ellipse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40873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39319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97280" y="4023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297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UNSERE LÖSUNG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06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83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703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480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Transformieren Sie Ihre Fahrzeugdisposition mit moderner Technologie.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Kernfunktionen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Planungsalgorithmus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2860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Tourenoptimierung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4630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46304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600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1920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860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46304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1600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5080" y="1920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Verwaltungsoberfläche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37033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37560" y="28803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37560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74720" y="37033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28803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5508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55080" y="37033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260.000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jährliche Einsparung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0" y="1371600"/>
            <a:ext cx="18288" cy="2286000"/>
          </a:xfrm>
          <a:prstGeom prst="rect">
            <a:avLst/>
          </a:prstGeom>
          <a:solidFill>
            <a:srgbClr val="E0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0" y="13716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Wartezeit reduziert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0" y="27432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40</a:t>
            </a:r>
            <a:pPr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25E5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3566160"/>
            <a:ext cx="182880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Clean</dc:title>
  <dc:subject>PptxGenJS Presentation</dc:subject>
  <dc:creator>AVEMO Group</dc:creator>
  <cp:lastModifiedBy>AVEMO Group</cp:lastModifiedBy>
  <cp:revision>1</cp:revision>
  <dcterms:created xsi:type="dcterms:W3CDTF">2026-02-06T21:06:13Z</dcterms:created>
  <dcterms:modified xsi:type="dcterms:W3CDTF">2026-02-06T21:06:13Z</dcterms:modified>
</cp:coreProperties>
</file>