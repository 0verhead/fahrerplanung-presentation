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9F8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37160" cy="13716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9202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Fahrersoftware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Die Zukunft der Fahrzeugdisposition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13716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Aktuelle Situation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914400" cy="36576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20040" cy="32004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3441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188720"/>
            <a:ext cx="77724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Isolierte Standorte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Vernetzung zwischen Niederlassungen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solidFill>
            <a:srgbClr val="F9F8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585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103120"/>
            <a:ext cx="77724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9728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Manuelle Prozesse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Excel, Outlook &amp; Kalender erzeugen Chaos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320040" cy="320040"/>
          </a:xfrm>
          <a:prstGeom prst="ellipse">
            <a:avLst/>
          </a:prstGeom>
          <a:solidFill>
            <a:srgbClr val="F9F8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729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3017520"/>
            <a:ext cx="77724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Fehlende Transparenz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Keine Echtzeit-KPIs oder Optimierung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320040" cy="320040"/>
          </a:xfrm>
          <a:prstGeom prst="ellipse">
            <a:avLst/>
          </a:prstGeom>
          <a:solidFill>
            <a:srgbClr val="F9F8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408736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E9A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931920"/>
            <a:ext cx="77724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972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Hohe Leerlaufzeit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2,5 Stunden pro Fahrzeug pro Tag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UNSERE LÖSUNG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Eine Software. Alle Standorte.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28600" cy="22860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Standort-Synergien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Vernetzung aller Niederlassungen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228600" cy="22860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Effizienzsteigerung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Optimierte Fahrzeugnutzung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28600" cy="22860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Automatisierung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Reduzierung manueller Arbeit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228600" cy="228600"/>
          </a:xfrm>
          <a:prstGeom prst="ellipse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Kosteneinsparung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480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Signifikante ROI-Verbesserung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82880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Transformieren Sie Ihre Fahrzeugdisposition mit moderner Technologie.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MINIMUM VIABLE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 Kernfunktionen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Touren-Planung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Intelligente Routenoptimierung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260604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Intuitive mobile Bedienung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260604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Web-Backoffice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Zentrale Verwaltung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80360"/>
            <a:ext cx="260604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API-Integration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3703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Nahtlose Systemanbindung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8803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2880360"/>
            <a:ext cx="260604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Live-Monitoring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703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Echtzeit-Flottenübersicht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8803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0DCDC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2880360"/>
            <a:ext cx="260604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017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55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55080" y="3337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370332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Automatisierte Berichte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260.000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550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€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jährliche Einsparung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0" y="1371600"/>
            <a:ext cx="18288" cy="2286000"/>
          </a:xfrm>
          <a:prstGeom prst="rect">
            <a:avLst/>
          </a:prstGeom>
          <a:solidFill>
            <a:srgbClr val="E0DC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Wartezeit reduziert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2743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</a:t>
            </a:r>
            <a:pPr indent="0" marL="0">
              <a:buNone/>
            </a:pPr>
            <a:r>
              <a:rPr lang="en-US" sz="4800" b="1" dirty="0">
                <a:solidFill>
                  <a:srgbClr val="0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Effizienzsteigerung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25E5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Bereit für die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00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Zukunft?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457200" y="3566160"/>
            <a:ext cx="1828800" cy="45720"/>
          </a:xfrm>
          <a:prstGeom prst="rect">
            <a:avLst/>
          </a:prstGeom>
          <a:solidFill>
            <a:srgbClr val="FF55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25E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Lassen Sie uns gemeinsam Ihre Fahrzeugdisposition transformieren.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Clean</dc:title>
  <dc:subject>PptxGenJS Presentation</dc:subject>
  <dc:creator>AVEMO Group</dc:creator>
  <cp:lastModifiedBy>AVEMO Group</cp:lastModifiedBy>
  <cp:revision>1</cp:revision>
  <dcterms:created xsi:type="dcterms:W3CDTF">2026-02-06T21:18:26Z</dcterms:created>
  <dcterms:modified xsi:type="dcterms:W3CDTF">2026-02-06T21:18:26Z</dcterms:modified>
</cp:coreProperties>
</file>