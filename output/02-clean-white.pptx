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0" cy="5143500"/>
          </a:xfrm>
          <a:prstGeom prst="rect">
            <a:avLst/>
          </a:prstGeom>
          <a:solidFill>
            <a:srgbClr val="F9F8F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37160" cy="137160"/>
          </a:xfrm>
          <a:prstGeom prst="ellipse">
            <a:avLst/>
          </a:prstGeom>
          <a:solidFill>
            <a:srgbClr val="FF55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92024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0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Fahrersoftware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457200" y="29260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625E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Die Zukunft der Fahrzeugdisposition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3566160"/>
            <a:ext cx="1371600" cy="36576"/>
          </a:xfrm>
          <a:prstGeom prst="rect">
            <a:avLst/>
          </a:prstGeom>
          <a:solidFill>
            <a:srgbClr val="FF550A"/>
          </a:solidFill>
          <a:ln w="12700">
            <a:solidFill>
              <a:srgbClr val="333333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Aktuelle Situation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914400" cy="36576"/>
          </a:xfrm>
          <a:prstGeom prst="rect">
            <a:avLst/>
          </a:prstGeom>
          <a:solidFill>
            <a:srgbClr val="FF55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280160"/>
            <a:ext cx="320040" cy="320040"/>
          </a:xfrm>
          <a:prstGeom prst="ellipse">
            <a:avLst/>
          </a:prstGeom>
          <a:solidFill>
            <a:srgbClr val="FF55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1344168"/>
            <a:ext cx="182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914400" y="1188720"/>
            <a:ext cx="7772400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0DCD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097280" y="12801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Isolierte Standorte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97280" y="15544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25E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Keine Vernetzung zwischen Niederlassungen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194560"/>
            <a:ext cx="320040" cy="320040"/>
          </a:xfrm>
          <a:prstGeom prst="ellipse">
            <a:avLst/>
          </a:prstGeom>
          <a:solidFill>
            <a:srgbClr val="F9F8F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0352" y="2258568"/>
            <a:ext cx="182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E9A9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14400" y="2103120"/>
            <a:ext cx="7772400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0DCD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1097280" y="21945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Manuelle Prozesse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97280" y="24688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25E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Excel, Outlook &amp; Kalender erzeugen Chaos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3108960"/>
            <a:ext cx="320040" cy="320040"/>
          </a:xfrm>
          <a:prstGeom prst="ellipse">
            <a:avLst/>
          </a:prstGeom>
          <a:solidFill>
            <a:srgbClr val="F9F8F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30352" y="3172968"/>
            <a:ext cx="182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E9A9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14400" y="3017520"/>
            <a:ext cx="7772400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0DCD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097280" y="31089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Fehlende Transparenz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97280" y="33832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25E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Keine Echtzeit-KPIs oder Optimierung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4023360"/>
            <a:ext cx="320040" cy="320040"/>
          </a:xfrm>
          <a:prstGeom prst="ellipse">
            <a:avLst/>
          </a:prstGeom>
          <a:solidFill>
            <a:srgbClr val="F9F8F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30352" y="4087368"/>
            <a:ext cx="182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E9A9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914400" y="3931920"/>
            <a:ext cx="7772400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0DCD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1097280" y="40233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Hohe Leerlaufzeit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097280" y="42976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25E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2,5 Stunden pro Fahrzeug pro Tag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0" y="0"/>
            <a:ext cx="3200400" cy="5143500"/>
          </a:xfrm>
          <a:prstGeom prst="rect">
            <a:avLst/>
          </a:prstGeom>
          <a:solidFill>
            <a:srgbClr val="FF55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6576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550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UNSERE LÖSUNG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5029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Eine Software. Alle Standorte.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228600" cy="228600"/>
          </a:xfrm>
          <a:prstGeom prst="ellipse">
            <a:avLst/>
          </a:prstGeom>
          <a:solidFill>
            <a:srgbClr val="FF55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8288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Standort-Synergien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21488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25E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Vernetzung aller Niederlassungen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606040"/>
            <a:ext cx="228600" cy="228600"/>
          </a:xfrm>
          <a:prstGeom prst="ellipse">
            <a:avLst/>
          </a:prstGeom>
          <a:solidFill>
            <a:srgbClr val="FF55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60604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Effizienzsteigerung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22960" y="29260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25E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Optimierte Fahrzeugnutzung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3383280"/>
            <a:ext cx="228600" cy="228600"/>
          </a:xfrm>
          <a:prstGeom prst="ellipse">
            <a:avLst/>
          </a:prstGeom>
          <a:solidFill>
            <a:srgbClr val="FF55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33832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Automatisierung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2960" y="3703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25E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Reduzierung manueller Arbeit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4160520"/>
            <a:ext cx="228600" cy="228600"/>
          </a:xfrm>
          <a:prstGeom prst="ellipse">
            <a:avLst/>
          </a:prstGeom>
          <a:solidFill>
            <a:srgbClr val="FF55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416052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Kosteneinsparung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22960" y="448056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25E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Signifikante ROI-Verbesserung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17920" y="182880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Transformieren Sie Ihre Fahrzeugdisposition mit moderner Technologie.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550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MINIMUM VIABLE PRODUCT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Die Kernfunktionen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260604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0DCDC"/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463040"/>
            <a:ext cx="2606040" cy="45720"/>
          </a:xfrm>
          <a:prstGeom prst="rect">
            <a:avLst/>
          </a:prstGeom>
          <a:solidFill>
            <a:srgbClr val="FF55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6002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550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" y="192024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Touren-Planung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94360" y="228600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25E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Intelligente Routenoptimierung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37560" y="1463040"/>
            <a:ext cx="260604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0DCDC"/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337560" y="1463040"/>
            <a:ext cx="2606040" cy="45720"/>
          </a:xfrm>
          <a:prstGeom prst="rect">
            <a:avLst/>
          </a:prstGeom>
          <a:solidFill>
            <a:srgbClr val="FF55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74720" y="16002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550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474720" y="192024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Driver App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474720" y="228600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25E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Intuitive mobile Bedienung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217920" y="1463040"/>
            <a:ext cx="260604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0DCDC"/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217920" y="1463040"/>
            <a:ext cx="2606040" cy="45720"/>
          </a:xfrm>
          <a:prstGeom prst="rect">
            <a:avLst/>
          </a:prstGeom>
          <a:solidFill>
            <a:srgbClr val="FF55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55080" y="16002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550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355080" y="192024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Web-Backoffice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355080" y="228600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25E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Zentrale Verwaltung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2880360"/>
            <a:ext cx="260604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0DCDC"/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2880360"/>
            <a:ext cx="2606040" cy="45720"/>
          </a:xfrm>
          <a:prstGeom prst="rect">
            <a:avLst/>
          </a:prstGeom>
          <a:solidFill>
            <a:srgbClr val="FF55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" y="3017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550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94360" y="333756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API-Integration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94360" y="370332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25E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Nahtlose Systemanbindung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337560" y="2880360"/>
            <a:ext cx="260604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0DCDC"/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3337560" y="2880360"/>
            <a:ext cx="2606040" cy="45720"/>
          </a:xfrm>
          <a:prstGeom prst="rect">
            <a:avLst/>
          </a:prstGeom>
          <a:solidFill>
            <a:srgbClr val="FF55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474720" y="3017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550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474720" y="333756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Live-Monitoring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474720" y="370332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25E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Echtzeit-Flottenübersicht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217920" y="2880360"/>
            <a:ext cx="260604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0DCDC"/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217920" y="2880360"/>
            <a:ext cx="2606040" cy="45720"/>
          </a:xfrm>
          <a:prstGeom prst="rect">
            <a:avLst/>
          </a:prstGeom>
          <a:solidFill>
            <a:srgbClr val="FF55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355080" y="3017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550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355080" y="333756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Analytics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355080" y="370332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25E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Automatisierte Berichte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4572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00000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260.000</a:t>
            </a:r>
            <a:pPr indent="0" marL="0">
              <a:buNone/>
            </a:pPr>
            <a:r>
              <a:rPr lang="en-US" sz="6400" b="1" dirty="0">
                <a:solidFill>
                  <a:srgbClr val="00000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€</a:t>
            </a:r>
            <a:endParaRPr lang="en-US" sz="6400" dirty="0"/>
          </a:p>
        </p:txBody>
      </p:sp>
      <p:sp>
        <p:nvSpPr>
          <p:cNvPr id="3" name="Text 1"/>
          <p:cNvSpPr/>
          <p:nvPr/>
        </p:nvSpPr>
        <p:spPr>
          <a:xfrm>
            <a:off x="457200" y="28346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625E5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jährliche Einsparung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0" y="1645920"/>
            <a:ext cx="18288" cy="2286000"/>
          </a:xfrm>
          <a:prstGeom prst="rect">
            <a:avLst/>
          </a:prstGeom>
          <a:solidFill>
            <a:srgbClr val="E0DCD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0" y="1645920"/>
            <a:ext cx="2743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00000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30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5486400" y="22860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25E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Wartezeit reduziert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0" y="2926080"/>
            <a:ext cx="2743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00000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40</a:t>
            </a:r>
            <a:pPr indent="0" marL="0">
              <a:buNone/>
            </a:pPr>
            <a:r>
              <a:rPr lang="en-US" sz="4800" b="1" dirty="0">
                <a:solidFill>
                  <a:srgbClr val="00000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%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5486400" y="35661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25E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Effizienzsteigerung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625E5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Bereit für die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246888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0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Zukunft?</a:t>
            </a:r>
            <a:endParaRPr lang="en-US" sz="5400" dirty="0"/>
          </a:p>
        </p:txBody>
      </p:sp>
      <p:sp>
        <p:nvSpPr>
          <p:cNvPr id="4" name="Shape 2"/>
          <p:cNvSpPr/>
          <p:nvPr/>
        </p:nvSpPr>
        <p:spPr>
          <a:xfrm>
            <a:off x="457200" y="3566160"/>
            <a:ext cx="1828800" cy="45720"/>
          </a:xfrm>
          <a:prstGeom prst="rect">
            <a:avLst/>
          </a:prstGeom>
          <a:solidFill>
            <a:srgbClr val="FF55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3840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625E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Lassen Sie uns gemeinsam Ihre Fahrzeugdisposition transformieren.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Fahrersoftware - Clean</dc:title>
  <dc:subject>PptxGenJS Presentation</dc:subject>
  <dc:creator>AVEMO Group</dc:creator>
  <cp:lastModifiedBy>AVEMO Group</cp:lastModifiedBy>
  <cp:revision>1</cp:revision>
  <dcterms:created xsi:type="dcterms:W3CDTF">2026-02-06T21:25:33Z</dcterms:created>
  <dcterms:modified xsi:type="dcterms:W3CDTF">2026-02-06T21:25:33Z</dcterms:modified>
</cp:coreProperties>
</file>