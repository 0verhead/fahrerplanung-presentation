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822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0"/>
            <a:ext cx="7315200" cy="32004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2286000"/>
            <a:ext cx="274320" cy="27432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Fahrersoftware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Zukunft der Fahrzeugdisposition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4754880"/>
            <a:ext cx="1371600" cy="4572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Situation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54864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Isolierte Standorte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Vernetzung zwischen den Niederlassungen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420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37744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Prozesse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Outlook &amp; Kalender führen zu Chaos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47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 Daten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KPIs, keine Optimierung möglich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537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438912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Leerlaufzeit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Stunden täglich pro Fahrzeug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59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539496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5448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Wartezeit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Tage durchschnittlich auf Fahrzeuge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5029200" cy="514350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Lösung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Synergien nutzen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Vernetzung aller Standorte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 steigern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Fahrzeugnutzung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Automatisierung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manuelle Arbeit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260.000 € jährlich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25603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Transformieren Sie Ihre Fahrzeugdisposition mit moderner Technologie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Kernfunktionen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Planungsalgorithmus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210312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210312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Web-Backoffice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1480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Dienstleister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8056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411480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4114800"/>
            <a:ext cx="347472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5720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für die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Zukunft?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2743200" cy="73152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gestalten wir die digitale Transformation Ihrer Fahrzeugdisposition.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Minimal</dc:title>
  <dc:subject>PptxGenJS Presentation</dc:subject>
  <dc:creator>AVEMO Group</dc:creator>
  <cp:lastModifiedBy>AVEMO Group</cp:lastModifiedBy>
  <cp:revision>1</cp:revision>
  <dcterms:created xsi:type="dcterms:W3CDTF">2026-02-06T20:44:16Z</dcterms:created>
  <dcterms:modified xsi:type="dcterms:W3CDTF">2026-02-06T20:44:16Z</dcterms:modified>
</cp:coreProperties>
</file>