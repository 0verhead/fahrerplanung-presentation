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7315200" cy="7315200"/>
          </a:xfrm>
          <a:prstGeom prst="ellipse">
            <a:avLst/>
          </a:prstGeom>
          <a:solidFill>
            <a:srgbClr val="FF7932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Fahrersoftware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Zukunft der Fahrzeugdisposition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6400800" cy="1097280"/>
          </a:xfrm>
          <a:prstGeom prst="roundRect">
            <a:avLst>
              <a:gd name="adj" fmla="val 12500"/>
            </a:avLst>
          </a:prstGeom>
          <a:solidFill>
            <a:srgbClr val="1A1A1A">
              <a:alpha val="70000"/>
            </a:srgbClr>
          </a:solidFill>
          <a:ln w="12700">
            <a:solidFill>
              <a:srgbClr val="FF7932"/>
            </a:solidFill>
            <a:prstDash val="solid"/>
          </a:ln>
          <a:effectLst>
            <a:outerShdw sx="100000" sy="100000" kx="0" ky="0" algn="bl" rotWithShape="0" blurRad="304800" dist="1016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46634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Software für alle Standorte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Aktuelle Herausforderungen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222222">
              <a:alpha val="80000"/>
            </a:srgbClr>
          </a:solidFill>
          <a:ln w="12700">
            <a:solidFill>
              <a:srgbClr val="FF793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651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Isolierte Standorte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Vernetzung zwischen den Niederlassungen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222222">
              <a:alpha val="80000"/>
            </a:srgbClr>
          </a:solidFill>
          <a:ln w="12700">
            <a:solidFill>
              <a:srgbClr val="FF793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611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Manuelle Prozesse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Excel, Outlook &amp; Kalender führen zu Chaos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480560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222222">
              <a:alpha val="80000"/>
            </a:srgbClr>
          </a:solidFill>
          <a:ln w="12700">
            <a:solidFill>
              <a:srgbClr val="FF793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4572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Fehlende Daten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4892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KPIs, keine Optimierung möglich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5440680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222222">
              <a:alpha val="80000"/>
            </a:srgbClr>
          </a:solidFill>
          <a:ln w="12700">
            <a:solidFill>
              <a:srgbClr val="FF793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5532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Hohe Leerlaufzeit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5852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 Stunden täglich pro Fahrzeug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228600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79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Tage</a:t>
            </a:r>
            <a:endParaRPr lang="en-US" sz="12000" dirty="0"/>
          </a:p>
        </p:txBody>
      </p:sp>
      <p:sp>
        <p:nvSpPr>
          <p:cNvPr id="18" name="Text 16"/>
          <p:cNvSpPr/>
          <p:nvPr/>
        </p:nvSpPr>
        <p:spPr>
          <a:xfrm>
            <a:off x="4572000" y="41148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durchschnittliche Wartezeit auf Fahrzeuge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-1828800" y="4114800"/>
            <a:ext cx="16459200" cy="2743200"/>
          </a:xfrm>
          <a:prstGeom prst="rect">
            <a:avLst/>
          </a:prstGeom>
          <a:solidFill>
            <a:srgbClr val="FF7932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LÖSUNG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Software für alle Standorte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73152" cy="1097280"/>
          </a:xfrm>
          <a:prstGeom prst="rect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606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Synergien nutzen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3063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Vernetzung aller Standorte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560320"/>
            <a:ext cx="73152" cy="1097280"/>
          </a:xfrm>
          <a:prstGeom prst="rect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606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Effizienz steigern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92240" y="3063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Optimierte Fahrzeugnutzung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206240"/>
            <a:ext cx="73152" cy="1097280"/>
          </a:xfrm>
          <a:prstGeom prst="rect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251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Automatisierung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4709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Weniger manuelle Arbeit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4206240"/>
            <a:ext cx="73152" cy="1097280"/>
          </a:xfrm>
          <a:prstGeom prst="rect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4251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Kosteneinsparung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92240" y="4709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260.000 € jährlich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VIABLE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Kernfunktionen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291840" cy="1645920"/>
          </a:xfrm>
          <a:prstGeom prst="roundRect">
            <a:avLst>
              <a:gd name="adj" fmla="val 6667"/>
            </a:avLst>
          </a:prstGeom>
          <a:solidFill>
            <a:srgbClr val="1A1A1A">
              <a:alpha val="60000"/>
            </a:srgbClr>
          </a:solidFill>
          <a:ln w="12700">
            <a:solidFill>
              <a:srgbClr val="FF7932"/>
            </a:solidFill>
            <a:prstDash val="solid"/>
          </a:ln>
          <a:effectLst>
            <a:outerShdw sx="100000" sy="100000" kx="0" ky="0" algn="bl" rotWithShape="0" blurRad="304800" dist="1016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79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Planungsalgorithmus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Optimierte Tourenplanung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011680"/>
            <a:ext cx="3291840" cy="1645920"/>
          </a:xfrm>
          <a:prstGeom prst="roundRect">
            <a:avLst>
              <a:gd name="adj" fmla="val 6667"/>
            </a:avLst>
          </a:prstGeom>
          <a:solidFill>
            <a:srgbClr val="1A1A1A">
              <a:alpha val="60000"/>
            </a:srgbClr>
          </a:solidFill>
          <a:ln w="12700">
            <a:solidFill>
              <a:srgbClr val="FF7932"/>
            </a:solidFill>
            <a:prstDash val="solid"/>
          </a:ln>
          <a:effectLst>
            <a:outerShdw sx="100000" sy="100000" kx="0" ky="0" algn="bl" rotWithShape="0" blurRad="304800" dist="1016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2148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79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0" y="2651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App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Intuitive Bedienung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2011680"/>
            <a:ext cx="3291840" cy="1645920"/>
          </a:xfrm>
          <a:prstGeom prst="roundRect">
            <a:avLst>
              <a:gd name="adj" fmla="val 6667"/>
            </a:avLst>
          </a:prstGeom>
          <a:solidFill>
            <a:srgbClr val="1A1A1A">
              <a:alpha val="60000"/>
            </a:srgbClr>
          </a:solidFill>
          <a:ln w="12700">
            <a:solidFill>
              <a:srgbClr val="FF7932"/>
            </a:solidFill>
            <a:prstDash val="solid"/>
          </a:ln>
          <a:effectLst>
            <a:outerShdw sx="100000" sy="100000" kx="0" ky="0" algn="bl" rotWithShape="0" blurRad="304800" dist="1016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0" y="2148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79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229600" y="2651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Web-Backoffice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Moderne Oberfläche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3291840" cy="1645920"/>
          </a:xfrm>
          <a:prstGeom prst="roundRect">
            <a:avLst>
              <a:gd name="adj" fmla="val 6667"/>
            </a:avLst>
          </a:prstGeom>
          <a:solidFill>
            <a:srgbClr val="1A1A1A">
              <a:alpha val="60000"/>
            </a:srgbClr>
          </a:solidFill>
          <a:ln w="12700">
            <a:solidFill>
              <a:srgbClr val="FF7932"/>
            </a:solidFill>
            <a:prstDash val="solid"/>
          </a:ln>
          <a:effectLst>
            <a:outerShdw sx="100000" sy="100000" kx="0" ky="0" algn="bl" rotWithShape="0" blurRad="304800" dist="1016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160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79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14400" y="46634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Externe Dienstleister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5212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Nahtlose Integration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4023360"/>
            <a:ext cx="3291840" cy="1645920"/>
          </a:xfrm>
          <a:prstGeom prst="roundRect">
            <a:avLst>
              <a:gd name="adj" fmla="val 6667"/>
            </a:avLst>
          </a:prstGeom>
          <a:solidFill>
            <a:srgbClr val="1A1A1A">
              <a:alpha val="60000"/>
            </a:srgbClr>
          </a:solidFill>
          <a:ln w="12700">
            <a:solidFill>
              <a:srgbClr val="FF7932"/>
            </a:solidFill>
            <a:prstDash val="solid"/>
          </a:ln>
          <a:effectLst>
            <a:outerShdw sx="100000" sy="100000" kx="0" ky="0" algn="bl" rotWithShape="0" blurRad="304800" dist="1016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4160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79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572000" y="46634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0" y="5212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Echtzeit-Übersicht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4023360"/>
            <a:ext cx="3291840" cy="1645920"/>
          </a:xfrm>
          <a:prstGeom prst="roundRect">
            <a:avLst>
              <a:gd name="adj" fmla="val 6667"/>
            </a:avLst>
          </a:prstGeom>
          <a:solidFill>
            <a:srgbClr val="1A1A1A">
              <a:alpha val="60000"/>
            </a:srgbClr>
          </a:solidFill>
          <a:ln w="12700">
            <a:solidFill>
              <a:srgbClr val="FF7932"/>
            </a:solidFill>
            <a:prstDash val="solid"/>
          </a:ln>
          <a:effectLst>
            <a:outerShdw sx="100000" sy="100000" kx="0" ky="0" algn="bl" rotWithShape="0" blurRad="304800" dist="1016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0" y="4160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79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229600" y="46634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29600" y="5212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Automatisierte Reports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10972800" cy="12801600"/>
          </a:xfrm>
          <a:prstGeom prst="ellipse">
            <a:avLst/>
          </a:prstGeom>
          <a:solidFill>
            <a:srgbClr val="FF7932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031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Bereit für die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79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Zukunft?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Gemeinsam gestalten wir die digitale Transformation Ihrer Fahrzeugdisposition.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5760720"/>
            <a:ext cx="2286000" cy="54864"/>
          </a:xfrm>
          <a:prstGeom prst="rect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Fahrersoftware - Cinematic</dc:title>
  <dc:subject>PptxGenJS Presentation</dc:subject>
  <dc:creator>AVEMO Group</dc:creator>
  <cp:lastModifiedBy>AVEMO Group</cp:lastModifiedBy>
  <cp:revision>1</cp:revision>
  <dcterms:created xsi:type="dcterms:W3CDTF">2026-02-06T20:44:16Z</dcterms:created>
  <dcterms:modified xsi:type="dcterms:W3CDTF">2026-02-06T20:44:16Z</dcterms:modified>
</cp:coreProperties>
</file>