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80000">
            <a:off x="5943600" y="1097280"/>
            <a:ext cx="3657600" cy="32004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54000" dist="127000" dir="30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Fahrersoftware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Vorstellung in der Geschäftsführerrunde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09728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AVEMO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Aktuelle Situation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Welche manuellen Aufwände entstehen bei der Fahrerplanung in der AVEMO Group?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 Zukunft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Vision und Ziele mit der neuen Fahrersoftware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PoC Planungsalgorithmus, Konzept &amp; MVP für ersten Standort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9728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Case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ROI-Berechnung und Einsparungspotenziale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051560"/>
            <a:ext cx="54864" cy="3474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AKTUELLE SITUATION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Aktuelle Situation in der AVEMO Group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Welche manuellen Aufwände entstehen bei der Fahrerplanung?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63040"/>
            <a:ext cx="45720" cy="30175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Isolierte Standorte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Jeder Standort hat seinen eigenen Fahrdienst und organisiert sich selbst mit diversen Listen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 werden keine Synergien zwischen den Standorten genutzt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Fahrten werden mit viel Aufwand koordiniert und es gibt keinerlei Automatismus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63040"/>
            <a:ext cx="45720" cy="30175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Manuelle Prozesse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0574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Einplanung erfolgt in Outlook und Excel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7432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 muss in mehreren Listen die gleichen Inhalte eintragen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3429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Manuelle Fahrerabrechnungen und Weiterbelastungen an Kunden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AKTUELLE SITUATION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Dokumenten- und Abrechnungsprobleme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41148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Dokumentenprobleme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Unterlagen, welche vom Kunden unterschrieben wurden, sind manchmal unvollständig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Dokumente gehen teilweise verloren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Werden zu spät in der Dispo abgegeben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83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Die Dispo hat den Mehraufwand um die Unterlagen nachzuhalten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31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Erneutes Einscannen und Versenden an den Kunden erforderlich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88720"/>
            <a:ext cx="41148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Folgen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78308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Dadurch entsteht eine verspätete Faktura an den Kunden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33172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Leerlaufzeiten der einzelnen Fahrer sind nicht messbar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88036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Kein Reporting über Effizienz möglich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AKTUELLE SITUATION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Externe Fahrer-Dienstleister (FDL)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Der Einsatz bzw. die Einplanung von Fahrer-Dienstleister (FDL) erfolgt durch das Auslieferungsmanagement (ALM).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Probleme mit externen Dienstleistern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06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Der Mitarbeiter wählt den FDL und entscheidet somit über die Erteilung des Auftrages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17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Alle Dokumente und Infos für die Auslieferung müssen z.B. per Outlook übermittelt werden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29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Abrechnung der FDL ist nicht nachvollziehbar und nicht standardisiert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840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Keine zentrale Übersicht über Kosten und Auslastung externer Dienstleister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519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Fehlende Qualitätskontrolle bei externen Fahrern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DIE ZUKUNFT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 Zukunft mit der Fahrersoftware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Eine Software. Alle Standorte.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673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Synergien schaffen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103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Wir schaffen Synergien zwischen den verschiedenen Fahrdiensten/gruppenübergreifend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5087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64592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673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Effizienz steigern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Steigerung der Effizienz innerhalb der Fahrerteams. Es besteht ein großes Einsparpotential und wir können zusätzlich mehr Fahrten abbilden.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182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Kapazitäten schaffen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Schaffung freier Kapazitäten ohne neues Personal einstellen zu müssen beim Verkauf höherer Stückzahlen und/oder Aufbau neuer GK-Teams.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15468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182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Professioneller Auftritt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611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Wir schaffen einen professionellen Auftritt vor dem Kunden durch moderne Technologie und transparente Kommunikation.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PoC: Planungsalgorithmus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234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ZIEL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Nachweis, dass ein automatisierter Tagesplan für einen vollständigen Monat erstellt werden kann, der: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Interne Fahrer optimal auslastet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Gleichzeitig die Gesamtkosten minimiert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86000"/>
            <a:ext cx="397764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OPTIMIERUNGSLOGIK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Maximale Auslastung interner Fahrer (Arbeitszeiten, Verfügbarkeit, Qualifikationen)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Minimierung der Gesamtkosten unter Berücksichtigung von Fahrzeiten und externen Ressourcen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Externe Dienstleister nur bei fehlenden Kapazitäten oder besserer Wirtschaftlichkeit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60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Qualifikation, Zeitfenster und Standort werden automatisch berücksichtigt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86000"/>
            <a:ext cx="397764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DATENBASIS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69748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651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Fahrtenkatalog (ABA, AB, BA) aus GeNesys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320040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Fahrerprofil mit Verfügbarkeit aus KDV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370332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657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Routing-Provider für Fahrzeitberechnung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420624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160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Kostenmodelle für interne und externe Ressourcen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MVP: Version für ersten Standort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End-to-End-Prozesse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Auftragsübernahme aus GeNesys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Automatisierte Fahrtenplanung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Fahrtenabwicklung in der Fahrer-App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Übergabe- und Rücknahmeprotokolle (Fotos, Checklisten, Signatur)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Einfaches Reporting &amp; Abrechnung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Produktive Nutzung für alle Rollen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78308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Disposition: Planung und Übersicht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286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Interne Fahrer: App mit geführten Prozessen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78892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Externe Dienstleister: Portal für Auftragsannahme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29184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Administration: Stammdaten und Konfiguration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MVP: Kernfunktionen im Detail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Automatisierte Planung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Optimierung nach interner Auslastung und Gesamtkosten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Berücksichtigung von Qualifikationen, Verfügbarkeiten, Arbeitszeitgrenzen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Routing-Integration für Fahrtzeitberechnung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83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Notwendige Schnittstellen: GeNesys, KDV, Routing-Provider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Fahrer-App &amp; Digitale Durchführung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78308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737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Tages-/Wochenübersicht für Fahrer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33172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Geführte Schritt-für-Schritt-Prozesse je Fahrtart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88036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834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Digitale Übergabe-/Rücknahmeprotokolle mit Fotos &amp; Unterschrift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429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383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Offline-fähige Datenerfassung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MVP: Entwicklungs-Epics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269748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80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Authentifizierung &amp; Rollen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78308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Benutzerverwaltung für Dispo, Fahrer, Dienstleister und Admins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56032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Login, Passwort-Reset, E-Mail-Verifizierung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Rollen &amp; Berechtigung pro Standort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1430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43000"/>
            <a:ext cx="269748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280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Fahrer- &amp; Dienstleister-Management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78308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737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Verwaltung interner Fahrer (Qualifikation, Zeiten, Status)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29000" y="256032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Verwaltung externer Dienstleister mit Kapazitäten &amp; Kostenmodellen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333756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Import relevanter Personaldaten aus KDV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143000"/>
            <a:ext cx="269748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280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&amp; Benachrichtigungen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178308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737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Live-Status aller Fahrten inkl. Historie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256032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Benachrichtigungen für Fahrer &amp; Dienstleister bei Änderungen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3337560"/>
            <a:ext cx="73152" cy="73152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E-Mail-Benachrichtigungen an Kunden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Case: Online-Terminierung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1A1A1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76200" dir="30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280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Der Kunde wird per Mail aufgefordert sein Neufahrzeug zu terminieren über eine Online-Terminierung.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Was muss der Kunde angeben: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Wunschtermin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Wunschkennzeichen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91440" cy="914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Zieladresse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Der Vorgang wird dann vom Auslieferungsteam bearbeitet und der Kunde erhält eine Terminbestätigung.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14300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54000" dist="127000" dir="30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ROI-BERECHNUNG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Zeitersparnis: 1 Stunde pro Fahrzeug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Fahrzeuge pro Jahr: 8.000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Eingesparte Stunden: 8.000 h/Jahr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Stundenlohn: 32,40 €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749040" cy="1828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260.000 €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7548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jährliche Einsparung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Entspricht ca. 4 Vollzeit-Mitarbeitern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400800" y="-914400"/>
            <a:ext cx="4572000" cy="7315200"/>
          </a:xfrm>
          <a:prstGeom prst="rect">
            <a:avLst/>
          </a:prstGeom>
          <a:solidFill>
            <a:srgbClr val="FF550A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550A">
              <a:alpha val="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300000">
            <a:off x="-914400" y="2743200"/>
            <a:ext cx="10972800" cy="3657600"/>
          </a:xfrm>
          <a:prstGeom prst="rect">
            <a:avLst/>
          </a:prstGeom>
          <a:solidFill>
            <a:srgbClr val="FF550A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Nächste Schritte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5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Vielen Dank.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Gemeinsam die Fahrzeugdisposition der AVEMO Group transformieren.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2286000" cy="54864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AVEMO Group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900000">
            <a:off x="7772400" y="3840480"/>
            <a:ext cx="1371600" cy="13716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54000" dist="127000" dir="300000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AVEMO Group (Text-Heavy)</dc:title>
  <dc:subject>PptxGenJS Presentation</dc:subject>
  <dc:creator>AVEMO Group</dc:creator>
  <cp:lastModifiedBy>AVEMO Group</cp:lastModifiedBy>
  <cp:revision>1</cp:revision>
  <dcterms:created xsi:type="dcterms:W3CDTF">2026-02-06T21:59:43Z</dcterms:created>
  <dcterms:modified xsi:type="dcterms:W3CDTF">2026-02-06T21:59:43Z</dcterms:modified>
</cp:coreProperties>
</file>