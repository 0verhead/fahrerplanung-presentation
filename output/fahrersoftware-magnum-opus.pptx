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Fahrersoftware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Vorstellung in der Geschäftsführerrunde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371600" cy="54864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034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AVEMO Group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Aktuelle Situation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Herausforderungen in der AVEMO Group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mit der Fahrersoftware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PoC, Konzept &amp; MVP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Case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und Einsparungen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AKTUELLE SITUATION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Herausforderungen in der Fahrerplanung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45720" cy="1188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Isolierte Standorte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Jeder Standort hat seinen eigenen Fahrdienst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werden keine Synergien genutzt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00200"/>
            <a:ext cx="45720" cy="1188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Prozesse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Einplanung erfolgt in Outlook und Excel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Gleiche Inhalte in mehreren Listen eintragen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45720" cy="1188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Fehlende Transparenz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 Reporting möglich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KPIs für effizienten Fahrereinsatz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246120"/>
            <a:ext cx="45720" cy="1188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Dokumentenprobleme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9204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Unterlagen unvollständig oder verloren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Verspätete Abgabe in der Dispo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AKTUELLE SITUATION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 Zahlen sprechen für sich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550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 ein Fahrzeug ausgeliefert wird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18288" cy="2286000"/>
          </a:xfrm>
          <a:prstGeom prst="rect">
            <a:avLst/>
          </a:prstGeom>
          <a:solidFill>
            <a:srgbClr val="3D3A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2,5h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Leerlaufzeit pro Tag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8.000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Fahrzeuge pro Jahr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108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3,5h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Fahrzeug Bearbeitung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AKTUELLE SITUATION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Kritische Schwachstellen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361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Leerlaufzeiten nicht messbar und nicht ausgenutzt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3172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5915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Abstimmung zwischen Standorten im Rhein-Main-Gebiet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15468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821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Kompetente Fahrer nicht optimal eingesetzt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977640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0507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8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Schlechte Updates an Kunden über Lieferstatus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Eine Software. Alle Standorte.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0934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Synergien schaffen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Gruppenübergreifende Vernetzung der Fahrdienste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5448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60934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600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 steigern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Großes Einsparpotential und mehr Fahrten abbilden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16382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Kapazitäten schaffen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Ohne neues Personal bei höheren Stückzahlen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08960"/>
            <a:ext cx="365760" cy="3657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6382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Professioneller Auftritt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Innovatives Image vor dem Kunden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Erwartete Ergebnisse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 sichtbar machen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44752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Optimaler Fahrereinsatz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Transparente Abrechnungen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084832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Automationen in der Abwicklung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Maximale Bonusausschöpfung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724912"/>
            <a:ext cx="182880" cy="18288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Reduzierung der Standzeiten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Professioneller Auftritt vor Kunde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Innovatives Image durch moderne Technologie und transparente Kommunikation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PoC: Planungsalgorithmus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Nachweis, dass ein automatisierter Tagesplan für einen vollständigen Monat erstellt werden kann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OPTIMIERUNGSLOGIK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Maximale Auslastung interner Fahrer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Minimierung der Gesamtkosten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Externe Dienstleister nur bei Engpässen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Qualifikation &amp; Zeitfenster berücksichtigen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DATENBASIS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9260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8803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Fahrtenkatalog (ABA, AB, BA)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3832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3337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Fahrerprofil mit Verfügbarkeit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38404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37947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Anbindung GeNesys und KDV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42976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4251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Routing-Provider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MVP: Kernfunktionen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Web-Backoffice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Dispo-Planung, Fahrtenliste, Monitoring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Fahrer-App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Tagesübersicht, Protokolle, Offline-fähig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1874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Planung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240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Optimierung nach Verfügbarkeit &amp; Kosten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Externe Dienstleister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für Zuweisung &amp; Annahme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2044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Live-Monitoring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&amp; Historie aller Fahrten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3429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Basis-Reporting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Dashboards &amp; Excel-Exporte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MVP: Entwicklungs-Epics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52220"/>
          </a:solidFill>
          <a:ln w="12700">
            <a:solidFill>
              <a:srgbClr val="3D3A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Authentifizierung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Benutzerverwaltung, Rollen, Sicherheit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52220"/>
          </a:solidFill>
          <a:ln w="12700">
            <a:solidFill>
              <a:srgbClr val="3D3A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265176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Fahrer-Management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Qualifikation, Zeiten, Import aus KDV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52220"/>
          </a:solidFill>
          <a:ln w="12700">
            <a:solidFill>
              <a:srgbClr val="3D3A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371600"/>
            <a:ext cx="265176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Auftragsdaten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920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ABA/AB/BA, GeNesys-Integration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52220"/>
          </a:solidFill>
          <a:ln w="12700">
            <a:solidFill>
              <a:srgbClr val="3D3A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26080"/>
            <a:ext cx="265176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Disposition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Automatische Zuordnung, 7-Tage-Ansicht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52220"/>
          </a:solidFill>
          <a:ln w="12700">
            <a:solidFill>
              <a:srgbClr val="3D3A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2926080"/>
            <a:ext cx="265176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Fahrer-App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2044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Flows, Protokolle, Offline-Sync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52220"/>
          </a:solidFill>
          <a:ln w="12700">
            <a:solidFill>
              <a:srgbClr val="3D3A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926080"/>
            <a:ext cx="265176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Live-Status, Benachrichtigungen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ROI: Online-Terminierung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2D2A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 Kunde wird per Mail aufgefordert, sein Neufahrzeug online zu terminieren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KUNDENANGABEN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Wunschtermin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Wunschkennzeichen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Zieladresse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260.000€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jährliche Einsparung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3108960"/>
            <a:ext cx="3566160" cy="18288"/>
          </a:xfrm>
          <a:prstGeom prst="rect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1h Ersparnis/Fahrzeug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8.000 Fahrzeuge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32,40€ Stundenlohn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4 Mitarbeiter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A5A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Nächste Schritte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Vielen Dank.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5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Gemeinsam die Fahrzeugdisposition der AVEMO Group transformieren.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1828800" cy="54864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034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AVEMO Group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AVEMO Group</dc:title>
  <dc:subject>PptxGenJS Presentation</dc:subject>
  <dc:creator>AVEMO Group</dc:creator>
  <cp:lastModifiedBy>AVEMO Group</cp:lastModifiedBy>
  <cp:revision>1</cp:revision>
  <dcterms:created xsi:type="dcterms:W3CDTF">2026-02-06T21:36:44Z</dcterms:created>
  <dcterms:modified xsi:type="dcterms:W3CDTF">2026-02-06T21:36:44Z</dcterms:modified>
</cp:coreProperties>
</file>