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180000">
            <a:off x="5943600" y="1097280"/>
            <a:ext cx="3657600" cy="3200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27000" dir="3000000">
              <a:srgbClr val="000000">
                <a:alpha val="5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645920"/>
            <a:ext cx="59436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Fahrer</a:t>
            </a:r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
</a:t>
            </a:r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software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310896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Vorstellung in der Geschäftsführerrunde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3657600"/>
            <a:ext cx="1097280" cy="54864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AVEMO Group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3474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457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Agenda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 rot="-2700000">
            <a:off x="7772400" y="182880"/>
            <a:ext cx="1828800" cy="13716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2801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1325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Aktuelle Situation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691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Herausforderungen in der AVEMO Group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2057400"/>
            <a:ext cx="18288" cy="274320"/>
          </a:xfrm>
          <a:prstGeom prst="rect">
            <a:avLst/>
          </a:prstGeom>
          <a:solidFill>
            <a:srgbClr val="2D2D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1945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600200" y="2240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Die Zukunft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26060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Vision mit der Fahrersoftware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51560" y="2971800"/>
            <a:ext cx="18288" cy="274320"/>
          </a:xfrm>
          <a:prstGeom prst="rect">
            <a:avLst/>
          </a:prstGeom>
          <a:solidFill>
            <a:srgbClr val="2D2D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1089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73736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Highlights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3736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PoC, Konzept &amp; MVP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188720" y="3886200"/>
            <a:ext cx="18288" cy="274320"/>
          </a:xfrm>
          <a:prstGeom prst="rect">
            <a:avLst/>
          </a:prstGeom>
          <a:solidFill>
            <a:srgbClr val="2D2D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02336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87452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Business Case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4348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ROI und Einsparungen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412480" y="1280160"/>
            <a:ext cx="73152" cy="32004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381000" dist="50800" dir="16200000">
              <a:srgbClr val="FF550A">
                <a:alpha val="30000"/>
              </a:srgbClr>
            </a:outerShdw>
          </a:effectLst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AKTUELLE SITUATION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Herausforderungen in der Fahrerplanung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4069080" cy="1417320"/>
          </a:xfrm>
          <a:prstGeom prst="roundRect">
            <a:avLst>
              <a:gd name="adj" fmla="val 6452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600200"/>
            <a:ext cx="54864" cy="11430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164592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Isolierte Standorte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205740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Jeder Standort hat seinen eigenen Fahrdienst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7240" y="23774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Es werden keine Synergien genutzt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0600" y="1463040"/>
            <a:ext cx="4069080" cy="1417320"/>
          </a:xfrm>
          <a:prstGeom prst="roundRect">
            <a:avLst>
              <a:gd name="adj" fmla="val 6452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00600" y="1600200"/>
            <a:ext cx="54864" cy="11430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164592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Manuelle Prozesse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0" y="205740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Einplanung erfolgt in Outlook und Excel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3774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Gleiche Inhalte in mehreren Listen eintragen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063240"/>
            <a:ext cx="4069080" cy="1417320"/>
          </a:xfrm>
          <a:prstGeom prst="roundRect">
            <a:avLst>
              <a:gd name="adj" fmla="val 6452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200400"/>
            <a:ext cx="54864" cy="11430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324612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Fehlende Transparenz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77240" y="365760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Kein Reporting möglich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" y="39776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Keine KPIs für effizienten Fahrereinsatz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3063240"/>
            <a:ext cx="4069080" cy="1417320"/>
          </a:xfrm>
          <a:prstGeom prst="roundRect">
            <a:avLst>
              <a:gd name="adj" fmla="val 6452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800600" y="3200400"/>
            <a:ext cx="54864" cy="11430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246120"/>
            <a:ext cx="3703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Dokumentenprobleme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029200" y="365760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Unterlagen unvollständig oder verloren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029200" y="3977640"/>
            <a:ext cx="3703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Verspätete Abgabe in der Dispo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AKTUELLE SITUATION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Die Zahlen sprechen für sich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840480" cy="2926080"/>
          </a:xfrm>
          <a:prstGeom prst="roundRect">
            <a:avLst>
              <a:gd name="adj" fmla="val 3750"/>
            </a:avLst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27000" dir="30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1554480"/>
            <a:ext cx="3474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120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Tage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657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bis ein Fahrzeug ausgeliefert wird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8348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2,5h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98348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Leerlaufzeit pro Tag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54880" y="242316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83480" y="2514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8.000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98348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Fahrzeuge pro Jahr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3474720"/>
            <a:ext cx="3931920" cy="914400"/>
          </a:xfrm>
          <a:prstGeom prst="roundRect">
            <a:avLst>
              <a:gd name="adj" fmla="val 8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35661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3,5h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9834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pro Fahrzeug Bearbeitung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AKTUELLE SITUATION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Kritische Schwachstellen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5087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57276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!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57276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Leerlaufzeiten nicht messbar und nicht ausgenutzt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377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441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44144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Keine Abstimmung zwischen Standorten im Rhein-Main-Gebiet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246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3101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331012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Kompetente Fahrer nicht optimal eingesetzt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1148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1788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0D0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71600" y="4178808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Schlechte Updates an Kunden über Lieferstatus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572000"/>
            <a:ext cx="1828800" cy="54864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DIE ZUKUNFT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Eine Software. Alle Standorte.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2743200" cy="73152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645920"/>
            <a:ext cx="406908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95528" y="184708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Synergien schaffen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33172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Gruppenübergreifende Vernetzung der Fahrdienste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00600" y="1645920"/>
            <a:ext cx="406908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937760" y="1783080"/>
            <a:ext cx="457200" cy="4572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047488" y="184708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532120" y="1828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Effizienz steigern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83480" y="233172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Großes Einsparpotential und mehr Fahrten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154680"/>
            <a:ext cx="406908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95528" y="33558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Kapazitäten schaffen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84048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Ohne neues Personal bei höheren Stückzahlen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154680"/>
            <a:ext cx="406908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37760" y="3291840"/>
            <a:ext cx="457200" cy="4572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47488" y="3355848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321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Professioneller Auftritt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83480" y="3840480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Innovatives Image vor dem Kunden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DIE ZUKUNFT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Erwartete Ergebnisse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KPIs sichtbar machen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00600" y="141732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Optimaler Fahrereinsatz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01168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Transparente Abrechnungen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201168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6636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Automationen in der Abwicklung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260604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Maximale Bonusausschöpfung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800600" y="2606040"/>
            <a:ext cx="228600" cy="22860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6636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Reduzierung der Standzeiten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8046720" cy="1280160"/>
          </a:xfrm>
          <a:prstGeom prst="roundRect">
            <a:avLst>
              <a:gd name="adj" fmla="val 8571"/>
            </a:avLst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27000" dir="3000000">
              <a:srgbClr val="000000">
                <a:alpha val="5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2960" y="35661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Professioneller Auftritt vor Kunde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39776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Innovatives Image durch moderne Technologie und transparente Kommunikation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HIGHLIGHTS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PoC: Planungsalgorithmus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8046720" cy="914400"/>
          </a:xfrm>
          <a:prstGeom prst="roundRect">
            <a:avLst>
              <a:gd name="adj" fmla="val 10000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4630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ZIEL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169164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Nachweis, dass ein automatisierter Tagesplan für einen vollständigen Monat erstellt werden kann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3886200" cy="2194560"/>
          </a:xfrm>
          <a:prstGeom prst="roundRect">
            <a:avLst>
              <a:gd name="adj" fmla="val 416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468880"/>
            <a:ext cx="388620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606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OPTIMIERUNGSLOGIK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7240" y="297180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2926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Maximale Auslastung interner Fahrer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338328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Minimierung der Gesamtkosten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749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Externe Dienstleister nur bei Engpässen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160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Qualifikation &amp; Zeitfenster berücksichtigen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2468880"/>
            <a:ext cx="3886200" cy="2194560"/>
          </a:xfrm>
          <a:prstGeom prst="roundRect">
            <a:avLst>
              <a:gd name="adj" fmla="val 416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468880"/>
            <a:ext cx="388620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2606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50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DATENBASIS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297180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66360" y="29260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Fahrtenkatalog (ABA, AB, BA)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37760" y="338328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6636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Fahrerprofil mit Verfügbarkeit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37760" y="379476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66360" y="3749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Anbindung GeNesys und KDV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4206240"/>
            <a:ext cx="109728" cy="109728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41605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Routing-Provider Integration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HIGHLIGHTS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MVP: Kernfunktionen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148132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85800" y="18745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Web-Backoffice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Dispo-Planung, Monitoring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93008" y="148132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93008" y="18745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Fahrer-App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93008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Tagesübersicht, Protokolle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63056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0216" y="148132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300216" y="187452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Auto-Planung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0216" y="219456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Optimierung nach Kosten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29900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85800" y="33832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Ext. Dienstleister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Portal für Zuweisung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55848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29900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3832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Live-Monitoring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493008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Status aller Fahrten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63056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00216" y="2990088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00216" y="33832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00216" y="370332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Dashboards &amp; Exporte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HIGHLIGHTS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MVP: Entwicklungs-Epics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37160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5544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Authentifizierung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192024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Benutzerverwaltung, Rollen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55848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55848" y="137160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93008" y="15544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Fahrer-Management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93008" y="192024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Qualifikation, Import KDV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37160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63056" y="137160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0216" y="155448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Auftragsdaten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0216" y="192024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GeNesys-Integration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3063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Disposition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342900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Automatische Zuordnung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55848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355848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93008" y="3063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Fahrer-App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493008" y="342900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Flows, Offline-Sync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63056" y="2880360"/>
            <a:ext cx="2606040" cy="1325880"/>
          </a:xfrm>
          <a:prstGeom prst="roundRect">
            <a:avLst>
              <a:gd name="adj" fmla="val 6897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63056" y="2880360"/>
            <a:ext cx="2606040" cy="4572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0216" y="30632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300216" y="3429000"/>
            <a:ext cx="2331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Live-Status, Alerts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657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3657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BUSINESS 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777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ROI: Online-Terminierung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3840480" cy="3200400"/>
          </a:xfrm>
          <a:prstGeom prst="roundRect">
            <a:avLst>
              <a:gd name="adj" fmla="val 3429"/>
            </a:avLst>
          </a:prstGeom>
          <a:solidFill>
            <a:srgbClr val="1A1A1F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52400" dist="76200" dir="30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77240" y="15544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Der Kunde wird per Mail aufgefordert, sein Neufahrzeug online zu terminieren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550A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KUNDENANGABEN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137160" cy="13716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Wunschtermin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017520"/>
            <a:ext cx="137160" cy="13716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Wunschkennzeichen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3383280"/>
            <a:ext cx="137160" cy="137160"/>
          </a:xfrm>
          <a:prstGeom prst="ellipse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3375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Zieladresse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371600"/>
            <a:ext cx="4023360" cy="3200400"/>
          </a:xfrm>
          <a:prstGeom prst="roundRect">
            <a:avLst>
              <a:gd name="adj" fmla="val 3429"/>
            </a:avLst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27000" dir="300000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15544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260.000€</a:t>
            </a:r>
            <a:endParaRPr lang="en-US" sz="5200" dirty="0"/>
          </a:p>
        </p:txBody>
      </p:sp>
      <p:sp>
        <p:nvSpPr>
          <p:cNvPr id="19" name="Text 17"/>
          <p:cNvSpPr/>
          <p:nvPr/>
        </p:nvSpPr>
        <p:spPr>
          <a:xfrm>
            <a:off x="4846320" y="2606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jährliche Einsparung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846320" y="3063240"/>
            <a:ext cx="3657600" cy="18288"/>
          </a:xfrm>
          <a:prstGeom prst="rect">
            <a:avLst/>
          </a:prstGeom>
          <a:solidFill>
            <a:srgbClr val="000000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246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1h Ersparnis/Fahrzeug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32461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8.000 Fahrzeuge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3566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32,40€ Stundenlohn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= 4 Mitarbeiter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400800" y="-914400"/>
            <a:ext cx="4572000" cy="7315200"/>
          </a:xfrm>
          <a:prstGeom prst="rect">
            <a:avLst/>
          </a:prstGeom>
          <a:solidFill>
            <a:srgbClr val="FF550A">
              <a:alpha val="4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FF550A">
              <a:alpha val="3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rot="-300000">
            <a:off x="-914400" y="2743200"/>
            <a:ext cx="10972800" cy="3657600"/>
          </a:xfrm>
          <a:prstGeom prst="rect">
            <a:avLst/>
          </a:prstGeom>
          <a:solidFill>
            <a:srgbClr val="FF550A">
              <a:alpha val="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C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Nächste Schritte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73152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2700000">
              <a:srgbClr val="000000">
                <a:alpha val="3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55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Vielen Dank.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Gemeinsam die Fahrzeugdisposition der AVEMO Group transformieren.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2286000" cy="73152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Source Sans Pro" pitchFamily="34" charset="0"/>
                <a:ea typeface="Source Sans Pro" pitchFamily="34" charset="-122"/>
                <a:cs typeface="Source Sans Pro" pitchFamily="34" charset="-120"/>
              </a:rPr>
              <a:t>AVEMO Group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rot="900000">
            <a:off x="7772400" y="3840480"/>
            <a:ext cx="1371600" cy="1371600"/>
          </a:xfrm>
          <a:prstGeom prst="rect">
            <a:avLst/>
          </a:prstGeom>
          <a:solidFill>
            <a:srgbClr val="FF550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54000" dist="127000" dir="3000000">
              <a:srgbClr val="000000">
                <a:alpha val="50000"/>
              </a:srgbClr>
            </a:outerShdw>
          </a:effectLst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Fahrersoftware - AVEMO Group</dc:title>
  <dc:subject>PptxGenJS Presentation</dc:subject>
  <dc:creator>AVEMO Group</dc:creator>
  <cp:lastModifiedBy>AVEMO Group</cp:lastModifiedBy>
  <cp:revision>1</cp:revision>
  <dcterms:created xsi:type="dcterms:W3CDTF">2026-02-06T21:47:35Z</dcterms:created>
  <dcterms:modified xsi:type="dcterms:W3CDTF">2026-02-06T21:47:35Z</dcterms:modified>
</cp:coreProperties>
</file>