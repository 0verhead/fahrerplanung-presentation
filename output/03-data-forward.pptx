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Fahrersoftware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260K€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Einsparung/Jahr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3291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7472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Tage schneller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32918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09360" y="4114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AKTUELLE KENNZAHLEN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 Herausforderungen in Zahlen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45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69748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arbeiten isoliert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645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903720" y="17830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23317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108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2,5h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697480" y="3246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7947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Leerlauf pro Tag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9260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31089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550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30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6903720" y="3246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Tage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37947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durchschn. Wartezeit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91640"/>
            <a:ext cx="182880" cy="18288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65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423160"/>
            <a:ext cx="182880" cy="18288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3774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26974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154680"/>
            <a:ext cx="182880" cy="18288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08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4290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3886200"/>
            <a:ext cx="182880" cy="18288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8404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60120" y="4160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0" y="1463040"/>
            <a:ext cx="3017520" cy="32004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0" y="1645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ERWARTETE ERGEBNISSE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2103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52160" y="2331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12 Mo.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85216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852160" y="31546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+40%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852160" y="3749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Transparenz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852160" y="3977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100%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 FUNKTIONEN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Module im Überblick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6002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Planungsalgorithmus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Tourenoptimierung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16002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55080" y="16002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5508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3317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Verwaltungsoberfläche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9718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2918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74720" y="29718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32918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7472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834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55080" y="297180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</a:t>
            </a:r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2918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5080" y="370332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118872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03200" dist="762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2103120" y="14630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NÄCHSTE SCHRITTE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103120" y="192024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 Zukunft?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103120" y="27432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Data</dc:title>
  <dc:subject>PptxGenJS Presentation</dc:subject>
  <dc:creator>AVEMO Group</dc:creator>
  <cp:lastModifiedBy>AVEMO Group</cp:lastModifiedBy>
  <cp:revision>1</cp:revision>
  <dcterms:created xsi:type="dcterms:W3CDTF">2026-02-06T21:06:13Z</dcterms:created>
  <dcterms:modified xsi:type="dcterms:W3CDTF">2026-02-06T21:06:13Z</dcterms:modified>
</cp:coreProperties>
</file>