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260K€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Einsparung/Jahr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7472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 schneller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AKTUELLE KENNZAHLEN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Herausforderungen in Zahlen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45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69748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arbeiten isoliert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645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0372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2331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108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2,5h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69748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7947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Leerlauf pro Tag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9260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108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90372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37947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durchschn. Wartezeit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42316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77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15468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8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429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388620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40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160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1463040"/>
            <a:ext cx="3017520" cy="32004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0" y="1645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ERWARTETE ERGEBNISSE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2103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 Mo.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85216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3154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+40%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852160" y="3749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Transparenz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852160" y="3977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 FUNKTIONEN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Module im Überblick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7472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5508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118872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2103120" y="14630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103120" y="192024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 Zukunft?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03120" y="27432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Data</dc:title>
  <dc:subject>PptxGenJS Presentation</dc:subject>
  <dc:creator>AVEMO Group</dc:creator>
  <cp:lastModifiedBy>AVEMO Group</cp:lastModifiedBy>
  <cp:revision>1</cp:revision>
  <dcterms:created xsi:type="dcterms:W3CDTF">2026-02-06T21:25:33Z</dcterms:created>
  <dcterms:modified xsi:type="dcterms:W3CDTF">2026-02-06T21:25:33Z</dcterms:modified>
</cp:coreProperties>
</file>