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Fahrersoftware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 Zukunft der Fahrzeugdisposition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32918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3429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50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260K€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Einsparung/Jahr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32918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3429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50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7472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Tage schneller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32918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3429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50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+40%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0936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Effizienz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AKTUELLE KENNZAHLEN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 Herausforderungen in Zahlen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45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550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69748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Standorte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arbeiten isoliert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645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550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90372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manuelle Prozesse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108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550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2,5h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2697480" y="3246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794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Leerlauf pro Tag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108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550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903720" y="3246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794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durchschn. Wartezeit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 LÖSUNG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Eine Software. Alle Standorte.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0292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91640"/>
            <a:ext cx="182880" cy="18288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45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Standort-Synergien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965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Vernetzung aller Niederlassungen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182880" cy="18288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77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Effizienzsteigerung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697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Optimierte Fahrzeugnutzung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3154680"/>
            <a:ext cx="182880" cy="18288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08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Automatisierung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429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Reduzierung manueller Arbeit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886200"/>
            <a:ext cx="182880" cy="18288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840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Kosteneinsparung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160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Signifikante ROI-Verbesserung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146304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52160" y="1645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ERWARTETE ERGEBNISSE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0" y="2103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0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&lt; 12 Mo.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852160" y="2926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Effizienz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52160" y="3154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+40%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852160" y="3749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Transparenz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52160" y="3977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100%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MVP FUNKTIONEN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Module im Überblick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6002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</a:t>
            </a:r>
            <a:pPr indent="0" marL="0">
              <a:buNone/>
            </a:pPr>
            <a:r>
              <a:rPr lang="en-US" sz="9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Touren-Planung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Intelligente Routenoptimierung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6002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</a:t>
            </a:r>
            <a:pPr indent="0" marL="0">
              <a:buNone/>
            </a:pPr>
            <a:r>
              <a:rPr lang="en-US" sz="9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0" y="1920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App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Intuitive mobile Bedienung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6002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</a:t>
            </a:r>
            <a:pPr indent="0" marL="0">
              <a:buNone/>
            </a:pPr>
            <a:r>
              <a:rPr lang="en-US" sz="9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55080" y="1920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Web-Backoffice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Zentrale Verwaltung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9718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</a:t>
            </a:r>
            <a:pPr indent="0" marL="0">
              <a:buNone/>
            </a:pPr>
            <a:r>
              <a:rPr lang="en-US" sz="9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API-Integration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703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Nahtlose Systemanbindung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2834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0" y="29718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</a:t>
            </a:r>
            <a:pPr indent="0" marL="0">
              <a:buNone/>
            </a:pPr>
            <a:r>
              <a:rPr lang="en-US" sz="9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Live-Monitoring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3703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Echtzeit-Flottenübersicht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834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29718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</a:t>
            </a:r>
            <a:pPr indent="0" marL="0">
              <a:buNone/>
            </a:pPr>
            <a:r>
              <a:rPr lang="en-US" sz="9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3703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Automatisierte Berichte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118872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103120" y="1463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NÄCHSTE SCHRITTE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03120" y="19202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Bereit für die Zukunft?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103120" y="27432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Lassen Sie uns gemeinsam Ihre Fahrzeugdisposition transformieren.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Fahrersoftware - Data</dc:title>
  <dc:subject>PptxGenJS Presentation</dc:subject>
  <dc:creator>AVEMO Group</dc:creator>
  <cp:lastModifiedBy>AVEMO Group</cp:lastModifiedBy>
  <cp:revision>1</cp:revision>
  <dcterms:created xsi:type="dcterms:W3CDTF">2026-02-06T21:18:26Z</dcterms:created>
  <dcterms:modified xsi:type="dcterms:W3CDTF">2026-02-06T21:18:26Z</dcterms:modified>
</cp:coreProperties>
</file>