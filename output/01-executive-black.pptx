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Fahrersoftware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9E9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Die Zukunft der Fahrzeugdisposition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474720"/>
            <a:ext cx="36576" cy="457200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520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767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Eine Software. Alle Standorte.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5948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AVEMO Group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2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5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Aktuelle Herausforderungen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2D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36576" cy="914400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Isolierte Standorte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E9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Keine Vernetzung zwischen Niederlassungen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64592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2D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783080"/>
            <a:ext cx="36576" cy="914400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Manuelle Prozesse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46320" y="2240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E9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Excel, Outlook &amp; Kalender erzeugen Chaos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2D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154680"/>
            <a:ext cx="36576" cy="914400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00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Fehlende Transparenz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3611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E9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Keine Echtzeit-KPIs oder Optimierung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2D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3154680"/>
            <a:ext cx="36576" cy="914400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200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Hohe Leerlaufzeit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46320" y="3611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E9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2,5 Stunden pro Fahrzeug pro Tag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2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550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E9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durchschnittliche Wartezeit auf Fahrzeuge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371600"/>
            <a:ext cx="18288" cy="2286000"/>
          </a:xfrm>
          <a:prstGeom prst="rect">
            <a:avLst/>
          </a:prstGeom>
          <a:solidFill>
            <a:srgbClr val="625E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0" y="1371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2,5h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E9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Leerlaufzeit pro Tag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2926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40080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E9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manuelle Prozesse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2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5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DIE LÖSUNG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Eine Software. Alle Standorte.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6576" cy="548640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Standort-Synergien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E9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Vernetzung aller Niederlassungen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36576" cy="548640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Effizienzsteigerung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E9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Optimierte Fahrzeugnutzung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36576" cy="548640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Automatisierung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E9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Reduzierung manueller Arbeit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36576" cy="548640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Kosteneinsparung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580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E9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Signifikante ROI-Verbesserung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18288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550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260K€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5486400" y="2743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E9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jährliche Einsparung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2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5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MINIMUM VIABLE 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 Kernfunktionen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2D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50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Planungsalgorithmus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E9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Intelligente Tourenoptimierung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5544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2D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691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50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74720" y="2103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Driver App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2468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E9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Intuitive mobile Bedienung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2D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691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50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09360" y="2103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Web-Backoffice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9360" y="2468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E9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Zentrale Verwaltungsoberfläche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2D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46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50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" y="3657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API-Integration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" y="4023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E9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Nahtlose Systemanbindung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310896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2D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3246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50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474720" y="3657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Live-Monitoring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474720" y="4023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E9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Echtzeit-Flottenübersicht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310896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2D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246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50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309360" y="3657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09360" y="4023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E9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Automatisierte Berichte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2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E9A9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Bereit für die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550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Zukunft?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E9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Lassen Sie uns gemeinsam Ihre Fahrzeugdisposition transformieren.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389120"/>
            <a:ext cx="1828800" cy="36576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Fahrersoftware - Executive</dc:title>
  <dc:subject>PptxGenJS Presentation</dc:subject>
  <dc:creator>AVEMO Group</dc:creator>
  <cp:lastModifiedBy>AVEMO Group</cp:lastModifiedBy>
  <cp:revision>1</cp:revision>
  <dcterms:created xsi:type="dcterms:W3CDTF">2026-02-06T21:06:13Z</dcterms:created>
  <dcterms:modified xsi:type="dcterms:W3CDTF">2026-02-06T21:06:13Z</dcterms:modified>
</cp:coreProperties>
</file>