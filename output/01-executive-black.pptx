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474720"/>
            <a:ext cx="36576" cy="4572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Software. Alle Standorte.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948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AVEMO Group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6459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7830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1546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0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017520"/>
            <a:ext cx="3931920" cy="1188720"/>
          </a:xfrm>
          <a:prstGeom prst="roundRect">
            <a:avLst>
              <a:gd name="adj" fmla="val 6154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3154680"/>
            <a:ext cx="36576" cy="914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00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durchschnittliche Wartezeit auf Fahrzeuge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1371600"/>
            <a:ext cx="18288" cy="2286000"/>
          </a:xfrm>
          <a:prstGeom prst="rect">
            <a:avLst/>
          </a:prstGeom>
          <a:solidFill>
            <a:srgbClr val="625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371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2,5h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Leerlaufzeit pro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29260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423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36576" cy="54864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580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260K€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5486400" y="27432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jährliche Einsparung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Kernfunktionen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Touren-Planung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Routenoptimierung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691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0936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47472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310896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2D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246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39776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E9A9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389120"/>
            <a:ext cx="18288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Executive</dc:title>
  <dc:subject>PptxGenJS Presentation</dc:subject>
  <dc:creator>AVEMO Group</dc:creator>
  <cp:lastModifiedBy>AVEMO Group</cp:lastModifiedBy>
  <cp:revision>1</cp:revision>
  <dcterms:created xsi:type="dcterms:W3CDTF">2026-02-06T21:18:26Z</dcterms:created>
  <dcterms:modified xsi:type="dcterms:W3CDTF">2026-02-06T21:18:26Z</dcterms:modified>
</cp:coreProperties>
</file>