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1371600"/>
            <a:ext cx="12801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FAHRER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029200" y="3017520"/>
            <a:ext cx="7315200" cy="164592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212080" y="310896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SOFTWARE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731520" y="5303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Zukunft der Fahrzeugdisposition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0" y="0"/>
            <a:ext cx="86868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Herausforderungen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Isolierte Standorte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0" y="269748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Prozesse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114800" y="361188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3474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 Daten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0" y="452628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389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 Leerlaufzeit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114800" y="5440680"/>
            <a:ext cx="365760" cy="36576"/>
          </a:xfrm>
          <a:prstGeom prst="rect">
            <a:avLst/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5303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Lange Wartezeit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371600"/>
            <a:ext cx="8229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508000" dist="203200" dir="8100000">
              <a:srgbClr val="000000">
                <a:alpha val="4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28600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LÖSUNG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2860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Software für alle Standorte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28600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Synergien nutzen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Vernetzung aller Standorte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286000" y="3749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 steigern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Fahrzeugnutzung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0" y="4297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Automatisierung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manuelle Arbeit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286000" y="4846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Kosteneinsparung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4846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260.000 € jährlich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0" y="4114800"/>
            <a:ext cx="18288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F0F0F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MVP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79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VIABLE PRODUCT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Planungsalgorithmus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Optimierte Tourenplanung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App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Bedienung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0" y="13716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8229600" y="21031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Web-Backoffice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Moderne Oberfläche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931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73152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Externe Dienstleister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Nahtlose Integration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931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448056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Echtzeit-Übersicht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822960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5120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Automatisierte Reports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500000">
            <a:off x="4572000" y="-2743200"/>
            <a:ext cx="3657600" cy="12801600"/>
          </a:xfrm>
          <a:prstGeom prst="rect">
            <a:avLst/>
          </a:prstGeom>
          <a:solidFill>
            <a:srgbClr val="FF7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Bereit für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79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die Zukunft?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Gemeinsam gestalten wir die digitale Transformation Ihrer Fahrzeugdisposition.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Fahrersoftware - Editorial</dc:title>
  <dc:subject>PptxGenJS Presentation</dc:subject>
  <dc:creator>AVEMO Group</dc:creator>
  <cp:lastModifiedBy>AVEMO Group</cp:lastModifiedBy>
  <cp:revision>1</cp:revision>
  <dcterms:created xsi:type="dcterms:W3CDTF">2026-02-06T20:44:16Z</dcterms:created>
  <dcterms:modified xsi:type="dcterms:W3CDTF">2026-02-06T20:44:16Z</dcterms:modified>
</cp:coreProperties>
</file>