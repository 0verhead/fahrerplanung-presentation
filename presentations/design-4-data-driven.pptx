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AVEMO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Dashboard  |  Fahrer  |  Planung  | 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7315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FAHRERSOFTWARE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108960"/>
            <a:ext cx="13716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Vorstellung in der Geschäftsführerrunde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22860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645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LIVE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Quick Stats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4747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4747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onsolas"/>
              </a:defRPr>
            </a:pPr>
            <a: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Standorte vernetzt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200400"/>
            <a:ext cx="34747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3200400"/>
            <a:ext cx="34747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474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onsolas"/>
              </a:defRPr>
            </a:pPr>
            <a:r>
              <a:t>8.000+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Fahrten / Jahr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572000"/>
            <a:ext cx="34747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572000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846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onsolas"/>
              </a:defRPr>
            </a:pPr>
            <a:r>
              <a:t>€260k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Einsparpotential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B8A6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AKTUELLE SITUATION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0972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Keine Synergien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Standorte arbeiten isoliert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10972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81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Manuelle Prozesse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Excel &amp; Outlook Planung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548640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10972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758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Keine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Fehlende Transparenz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48640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657600"/>
            <a:ext cx="10972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6758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30 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Durchschnittliche Wartezeit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669280"/>
            <a:ext cx="4572000" cy="8229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06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onsolas"/>
              </a:defRPr>
            </a:pPr>
            <a:r>
              <a:t>2,5h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897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Leerlaufzeit pro Tag und Fahrer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B8A6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DIE ZUKUNFT MIT FAHRERSOFTWARE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943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Synergien nutzen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Gruppenübergreifende Zusammenarbeit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00200"/>
            <a:ext cx="1645920" cy="2743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1563624" cy="2743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600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95%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5943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Effizienz steigern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Optimaler Fahrereinsatz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697480"/>
            <a:ext cx="1645920" cy="2743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2697480"/>
            <a:ext cx="1448409" cy="2743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697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88%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5943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KPIs sichtbar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Transparente Auswertungen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794760"/>
            <a:ext cx="1645920" cy="2743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3794760"/>
            <a:ext cx="1514246" cy="2743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92%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71999"/>
            <a:ext cx="5943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091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Kosten senken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291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Automatisierte Abrechnungen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892039"/>
            <a:ext cx="1645920" cy="2743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0" y="4892039"/>
            <a:ext cx="1399032" cy="2743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48920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85%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1280160"/>
            <a:ext cx="48463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1280160"/>
            <a:ext cx="48463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Segoe UI"/>
              </a:defRPr>
            </a:pPr>
            <a:r>
              <a:t>ROI PROJECTION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1031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onsolas"/>
              </a:defRPr>
            </a:pPr>
            <a:r>
              <a:t>€260.000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Jährliches Einsparpotential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3657600"/>
            <a:ext cx="42976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onsolas"/>
              </a:defRPr>
            </a:pPr>
            <a:r>
              <a:t>8.000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389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Stunden / Jahr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389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FTE Äquivalent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onsolas"/>
              </a:defRPr>
            </a:pPr>
            <a:r>
              <a:t>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389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pro Fahrzeug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B8A6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MVP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5661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45720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Planungsalgorithmus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Automatisierte Optimierung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17520"/>
            <a:ext cx="109728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4495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8872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35661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1371600"/>
            <a:ext cx="45720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4447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M2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Fahrer-App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377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Digitale Protokolle &amp; Offline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017520"/>
            <a:ext cx="109728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04495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18872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188720"/>
            <a:ext cx="35661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75320" y="1371600"/>
            <a:ext cx="45720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4447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M3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Web-Backoffice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377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Disposition &amp;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017520"/>
            <a:ext cx="109728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04495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74904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749040"/>
            <a:ext cx="35661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4360" y="3931920"/>
            <a:ext cx="45720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0050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M4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Externe Dienstleister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937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Portal &amp; Zuweisung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577840"/>
            <a:ext cx="109728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60527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READY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374904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3749040"/>
            <a:ext cx="3566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34840" y="3931920"/>
            <a:ext cx="4572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40050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M5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937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Live-Status &amp; Alerts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5577840"/>
            <a:ext cx="109728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560527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READY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3749040"/>
            <a:ext cx="35661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60" y="3749040"/>
            <a:ext cx="3566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75320" y="3931920"/>
            <a:ext cx="4572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40050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M6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Reporting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937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Analytics &amp; Export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75320" y="5577840"/>
            <a:ext cx="109728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560527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80990" y="1645920"/>
            <a:ext cx="182880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8099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VIELEN DANK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3790" y="3291840"/>
            <a:ext cx="2743200" cy="182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B8A6"/>
                </a:solidFill>
                <a:latin typeface="Consolas"/>
              </a:defRPr>
            </a:pPr>
            <a:r>
              <a:t>€260k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Einsparpotential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B8A6"/>
                </a:solidFill>
                <a:latin typeface="Consolas"/>
              </a:defRPr>
            </a:pPr>
            <a:r>
              <a:t>8.000h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Zeitersparnis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B8A6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Transparenz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AVEMO Group | Fahrersoftware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