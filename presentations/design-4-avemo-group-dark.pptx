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AVEMO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Segoe UI Light"/>
              </a:defRPr>
            </a:pPr>
            <a:r>
              <a:t>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17171"/>
                </a:solidFill>
                <a:latin typeface="Segoe UI"/>
              </a:defRPr>
            </a:pPr>
            <a:r>
              <a:t>Vorstellung in der Geschäftsführerrunde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01  Aktuelle 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Isolierte Standorte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Keine Synergien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94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Manuelle Prozesse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Excel &amp; Outlook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39496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394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Fehlende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Bauchgefühl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539496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5394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Ineffizienz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2,5h Leerlauf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5216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9253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1212"/>
                </a:solidFill>
                <a:latin typeface="Segoe UI"/>
              </a:defRPr>
            </a:pPr>
            <a:r>
              <a:t>2,5h Leerlauf  •  30 Tage Wartezeit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02  Die Zukunft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Synergien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47672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Effizienz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33472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KPIs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19272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Automatisierung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05072"/>
            <a:ext cx="73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Professionalität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005840"/>
            <a:ext cx="530352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005840"/>
            <a:ext cx="53035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1"/>
                </a:solidFill>
                <a:latin typeface="Segoe UI"/>
              </a:defRPr>
            </a:pPr>
            <a:r>
              <a:t>Einsparpotential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260.000 €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7171"/>
                </a:solidFill>
                <a:latin typeface="Segoe UI"/>
              </a:defRPr>
            </a:pPr>
            <a:r>
              <a:t>pro Jahr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83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8.000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Zeitersparnis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86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4 FTE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Kapazität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389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1h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pro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03  MVP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Algorithmus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Planung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56616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Fahrer-App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373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Protokolle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356616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Backoffice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Disposition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356616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Dienstleister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566160"/>
            <a:ext cx="356616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56616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06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566160"/>
            <a:ext cx="356616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5661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06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 Light"/>
              </a:defRPr>
            </a:pPr>
            <a:r>
              <a:t>Vielen Dank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20040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AVEMO GROUP  • 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