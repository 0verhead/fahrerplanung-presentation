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-914400"/>
            <a:ext cx="7315200" cy="91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7315200" cy="3200400"/>
          </a:xfrm>
          <a:prstGeom prst="round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71600" y="2286000"/>
            <a:ext cx="274320" cy="27432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66666"/>
                </a:solidFill>
                <a:latin typeface="Arial"/>
              </a:defRPr>
            </a:pPr>
            <a:r>
              <a:t>Fahrersoftware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Arial"/>
              </a:defRPr>
            </a:pPr>
            <a:r>
              <a:t>Die Zukunft der Fahrzeugdisposition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846320"/>
            <a:ext cx="1371600" cy="4572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Aktuelle Situation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97280" cy="54864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100584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Isolierte Standorte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Keine Vernetzung zwischen den Niederlassungen führt zu Ineffizienz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377440"/>
            <a:ext cx="100584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Manuelle Prozesse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Abhängig von Excel, Outlook und Kalendern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78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383280"/>
            <a:ext cx="100584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Fehlende Transparenz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Keine KPIs für datengesteuerte Entscheidungen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480560"/>
            <a:ext cx="457200" cy="4572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537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389120"/>
            <a:ext cx="100584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Hohe Leerlaufzeiten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Durchschnittlich 2,5 Stunden pro Fahrzeug täglich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59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394960"/>
            <a:ext cx="10058400" cy="82296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Lange Wartezeiten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Arial"/>
              </a:defRPr>
            </a:pPr>
            <a:r>
              <a:t>30 Tage durchschnittlich auf Fahrzeuge warten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5486400" cy="68580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Unsere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Synergien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Alle Standorte vernetzt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749039"/>
            <a:ext cx="548640" cy="54864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840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062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Optimierte Prozesse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54880"/>
            <a:ext cx="548640" cy="54864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Automatisierung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Weniger manuelle Arbeit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760720"/>
            <a:ext cx="548640" cy="54864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5852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1A"/>
                </a:solidFill>
                <a:latin typeface="Arial"/>
              </a:defRPr>
            </a:pPr>
            <a:r>
              <a:t>Einsparung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Arial"/>
              </a:defRPr>
            </a:pPr>
            <a:r>
              <a:t>260.000 € jährlich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Transformieren Sie Ihre Fahrzeugdisposition mit moderner Technologie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932"/>
                </a:solidFill>
                <a:latin typeface="Arial"/>
              </a:defRPr>
            </a:pPr>
            <a:r>
              <a:t>Minimum Viable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Arial"/>
              </a:defRPr>
            </a:pPr>
            <a:r>
              <a:t>Die Kernfunktionen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Planungsalgorithmus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28600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Driver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28600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28600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Web-Backoffice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514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Externe Dienstleister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29768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29768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9768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297680"/>
            <a:ext cx="347472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7548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28800" y="9144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F7932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666666"/>
                </a:solidFill>
                <a:latin typeface="Arial"/>
              </a:defRPr>
            </a:pPr>
            <a:r>
              <a:t>Bereit für die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1A1A"/>
                </a:solidFill>
                <a:latin typeface="Arial"/>
              </a:defRPr>
            </a:pPr>
            <a:r>
              <a:t>Zukunft?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2743200" cy="73152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Gemeinsam gestalten wir die digitale Transformation.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