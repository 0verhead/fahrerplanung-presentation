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0">
                <a:solidFill>
                  <a:srgbClr val="F0F0F0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1A1A1A"/>
                </a:solidFill>
                <a:latin typeface="Georgia"/>
              </a:defRPr>
            </a:pPr>
            <a:r>
              <a:t>Fahrer-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DC2626"/>
                </a:solidFill>
                <a:latin typeface="Georgia"/>
              </a:defRPr>
            </a:pPr>
            <a:r>
              <a:t>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Arial"/>
              </a:defRPr>
            </a:pPr>
            <a:r>
              <a:t>Vorstellung in der Geschäftsführerrunde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486400"/>
            <a:ext cx="2743200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Arial"/>
              </a:defRPr>
            </a:pPr>
            <a:r>
              <a:t>AVEMO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6B6B"/>
                </a:solidFill>
                <a:latin typeface="Arial"/>
              </a:defRPr>
            </a:pPr>
            <a:r>
              <a:t>AKTUELLE SITUATION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1828800" cy="914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0">
                <a:solidFill>
                  <a:srgbClr val="F0F0F0"/>
                </a:solidFill>
                <a:latin typeface="Georgia"/>
              </a:defRPr>
            </a:pPr>
            <a: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Georgia"/>
              </a:defRPr>
            </a:pPr>
            <a:r>
              <a:t>2,5 Stunden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Arial"/>
              </a:defRPr>
            </a:pPr>
            <a:r>
              <a:t>Leerlaufzeit pro Tag und Fahrer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645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0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Georgia"/>
              </a:defRPr>
            </a:pPr>
            <a:r>
              <a:t>Keine Synergien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Arial"/>
              </a:defRPr>
            </a:pPr>
            <a:r>
              <a:t>Jeder Standort organisiert sich selbst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651760"/>
            <a:ext cx="4572000" cy="45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834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0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Georgia"/>
              </a:defRPr>
            </a:pPr>
            <a:r>
              <a:t>Manuelle Prozesse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Arial"/>
              </a:defRPr>
            </a:pPr>
            <a:r>
              <a:t>Excel-Listen und Outlook-Planung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3840480"/>
            <a:ext cx="4572000" cy="45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4023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0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Georgia"/>
              </a:defRPr>
            </a:pPr>
            <a:r>
              <a:t>Fehlende KPIs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Arial"/>
              </a:defRPr>
            </a:pPr>
            <a:r>
              <a:t>Keine messbaren Kennzahlen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5029200"/>
            <a:ext cx="4572000" cy="45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5212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0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Georgia"/>
              </a:defRPr>
            </a:pPr>
            <a:r>
              <a:t>Lange Wartezeiten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Arial"/>
              </a:defRPr>
            </a:pPr>
            <a:r>
              <a:t>30 Tage bis zur Auslieferung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6B6B"/>
                </a:solidFill>
                <a:latin typeface="Arial"/>
              </a:defRPr>
            </a:pPr>
            <a:r>
              <a:t>DIE ZUKUNFT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1828800" cy="914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Georgia"/>
              </a:defRPr>
            </a:pPr>
            <a:r>
              <a:t>Mit der Fahrersoftware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514600"/>
            <a:ext cx="7315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Arial"/>
              </a:defRPr>
            </a:pPr>
            <a:r>
              <a:t>Synergien zwischen Fahrdiensten schaffen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108960"/>
            <a:ext cx="7315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971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Arial"/>
              </a:defRPr>
            </a:pPr>
            <a:r>
              <a:t>Effizienz innerhalb der Teams steigern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703320"/>
            <a:ext cx="7315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Arial"/>
              </a:defRPr>
            </a:pPr>
            <a:r>
              <a:t>KPIs sichtbar machen und optimieren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297680"/>
            <a:ext cx="7315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4160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Arial"/>
              </a:defRPr>
            </a:pPr>
            <a:r>
              <a:t>Transparente Abrechnungen ermöglichen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892040"/>
            <a:ext cx="7315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Arial"/>
              </a:defRPr>
            </a:pPr>
            <a:r>
              <a:t>Professionellen Auftritt gewährleisten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463040"/>
            <a:ext cx="4114800" cy="4389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6B6B"/>
                </a:solidFill>
                <a:latin typeface="Arial"/>
              </a:defRPr>
            </a:pPr>
            <a:r>
              <a:t>Einsparpotential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3774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1A1A1A"/>
                </a:solidFill>
                <a:latin typeface="Georgia"/>
              </a:defRPr>
            </a:pPr>
            <a:r>
              <a:t>260.000 €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  <a:latin typeface="Arial"/>
              </a:defRPr>
            </a:pPr>
            <a:r>
              <a:t>pro Jahr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3840480"/>
            <a:ext cx="32004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41148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Arial"/>
              </a:defRPr>
            </a:pPr>
            <a:r>
              <a:t>Durch Online-Terminierung</a:t>
            </a:r>
            <a:br/>
            <a:r>
              <a:t>8.000 Stunden / Jahr</a:t>
            </a:r>
            <a:br/>
            <a:r>
              <a:t>= 4 Mitarbeiter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6B6B"/>
                </a:solidFill>
                <a:latin typeface="Arial"/>
              </a:defRPr>
            </a:pPr>
            <a:r>
              <a:t>MVP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1828800" cy="914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Georgia"/>
              </a:defRPr>
            </a:pPr>
            <a:r>
              <a:t>Planungs-</a:t>
            </a:r>
            <a:br/>
            <a:r>
              <a:t>algorithmus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Arial"/>
              </a:defRPr>
            </a:pPr>
            <a:r>
              <a:t>Automatisierte Tagesplanung mit Kostenoptimierung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383280"/>
            <a:ext cx="2834640" cy="45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463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920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Georgia"/>
              </a:defRPr>
            </a:pPr>
            <a:r>
              <a:t>Fahrer-</a:t>
            </a:r>
            <a:br/>
            <a:r>
              <a:t>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743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Arial"/>
              </a:defRPr>
            </a:pPr>
            <a:r>
              <a:t>Digitale Protokolle, Fotos, Unterschriften, Offline-fähig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3383280"/>
            <a:ext cx="2834640" cy="45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463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920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Georgia"/>
              </a:defRPr>
            </a:pPr>
            <a:r>
              <a:t>Web-</a:t>
            </a:r>
            <a:br/>
            <a:r>
              <a:t>Backoffice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743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Arial"/>
              </a:defRPr>
            </a:pPr>
            <a:r>
              <a:t>Disposition, Fahrtenliste, Kalender,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3383280"/>
            <a:ext cx="2834640" cy="45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9319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89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Georgia"/>
              </a:defRPr>
            </a:pPr>
            <a:r>
              <a:t>Externe</a:t>
            </a:r>
            <a:br/>
            <a:r>
              <a:t>Dienstleister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212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Arial"/>
              </a:defRPr>
            </a:pPr>
            <a:r>
              <a:t>Zuweisung, Annahme, Kostenerfassung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5852160"/>
            <a:ext cx="2834640" cy="45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9319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389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Georgia"/>
              </a:defRPr>
            </a:pPr>
            <a:r>
              <a:t>Live-</a:t>
            </a:r>
            <a:br/>
            <a:r>
              <a:t>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212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Arial"/>
              </a:defRPr>
            </a:pPr>
            <a:r>
              <a:t>Status aller Fahrten, Benachrichtigungen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5852160"/>
            <a:ext cx="2834640" cy="45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39319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389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Georgia"/>
              </a:defRPr>
            </a:pPr>
            <a:r>
              <a:t>Reporting</a:t>
            </a:r>
            <a:br/>
            <a:r>
              <a:t>&amp; 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212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Arial"/>
              </a:defRPr>
            </a:pPr>
            <a:r>
              <a:t>Auslastung, Kosten, Excel-Export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5852160"/>
            <a:ext cx="2834640" cy="45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A1A1A"/>
                </a:solidFill>
                <a:latin typeface="Georgia"/>
              </a:defRPr>
            </a:pPr>
            <a:r>
              <a:t>Vielen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DC2626"/>
                </a:solidFill>
                <a:latin typeface="Georgia"/>
              </a:defRPr>
            </a:pPr>
            <a:r>
              <a:t>Dank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990" y="3657600"/>
            <a:ext cx="1828800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Arial"/>
              </a:defRPr>
            </a:pPr>
            <a:r>
              <a:t>Automatisierung schafft Effizienz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4348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Arial"/>
              </a:defRPr>
            </a:pPr>
            <a:r>
              <a:t>Synergien gruppenübergreifend nutzen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Arial"/>
              </a:defRPr>
            </a:pPr>
            <a:r>
              <a:t>260.000 € Einsparpotential pro Jahr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760720"/>
            <a:ext cx="9448495" cy="45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Arial"/>
              </a:defRPr>
            </a:pPr>
            <a:r>
              <a:t>AVEMO Group | Fahrersoftware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