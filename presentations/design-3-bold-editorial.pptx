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8288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Arial"/>
              </a:defRPr>
            </a:pPr>
            <a:r>
              <a:t>FAHRER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7315200" cy="164592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310896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1">
                <a:solidFill>
                  <a:srgbClr val="1A1A1A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Die Zukunft der Fahrzeugdisposition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40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1A1A1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Aktuelle Herausforderungen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783080"/>
            <a:ext cx="3657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Isolierte Standorte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697480"/>
            <a:ext cx="3657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Manuelle Prozesse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611880"/>
            <a:ext cx="3657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Fehlende KPIs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526280"/>
            <a:ext cx="3657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2,5h Leerlauf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440680"/>
            <a:ext cx="3657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30 Tage Wartezeit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229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DIE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Synergien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Vernetzung aller Standorte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Effizienz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Optimierte Fahrzeugnutzung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Automatisierung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Reduzierung manueller Arbeit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Kosten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260.000 € Einsparung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914400" y="5029200"/>
            <a:ext cx="1828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>
                <a:solidFill>
                  <a:srgbClr val="F0F0F0"/>
                </a:solidFill>
                <a:latin typeface="Arial"/>
              </a:defRPr>
            </a:pPr>
            <a:r>
              <a:t>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MINIMUM VIABLE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793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Planungs- algorithmus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Optimierte Tourenplanung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793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Driver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Intuitive Bedienung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793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Web- Backoffice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Moderne Oberfläche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793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Echtzeit-Übersicht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793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663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Automatisierte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7932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63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Externe Dienstleister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100000">
            <a:off x="5486400" y="-1828800"/>
            <a:ext cx="3657600" cy="1097280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Bereit für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7932"/>
                </a:solidFill>
                <a:latin typeface="Arial"/>
              </a:defRPr>
            </a:pPr>
            <a:r>
              <a:t>die Zukunft?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Gemeinsam transformieren wir Ihre Fahrzeugdisposition.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