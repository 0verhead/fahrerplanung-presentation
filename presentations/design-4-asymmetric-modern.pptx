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-914400"/>
            <a:ext cx="6400800" cy="9144000"/>
          </a:xfrm>
          <a:prstGeom prst="roundRect">
            <a:avLst>
              <a:gd name="adj" fmla="val 10000"/>
            </a:avLst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1A1A"/>
                </a:solidFill>
                <a:latin typeface="Arial"/>
              </a:defRPr>
            </a:pPr>
            <a:r>
              <a:t>Fahrersoftware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Arial"/>
              </a:defRPr>
            </a:pPr>
            <a:r>
              <a:t>Die Zukunft der Fahrzeugdisposition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06240"/>
            <a:ext cx="1828800" cy="36576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Eine Software für alle Standorte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Aktuelle Herausforderungen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Isolierte Standorte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Keine Vernetzung zwischen den Niederlassungen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2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Manuelle Prozesse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60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Abhängigkeit von Excel und Outlook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4592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920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Fehlende Daten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2560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Keine KPIs für Entscheidungen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84048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4114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Hohe Leerlaufzeit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754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2,5 Stunden pro Fahrzeug täglich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84048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4114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Lange Wartezeiten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754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30 Tage durchschnittlich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69848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Die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/>
              </a:defRPr>
            </a:pPr>
            <a:r>
              <a:t>Eine Software für alle Standorte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2743200"/>
            <a:ext cx="365760" cy="36576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Synergien nutzen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Vernetzung aller Standorte für maximale Effizienz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Effizienz steigern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Optimale Nutzung jedes Fahrzeugs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4389120"/>
            <a:ext cx="365760" cy="36576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Automatisierung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Reduzierung manueller Prozesse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5212080"/>
            <a:ext cx="365760" cy="36576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Kosteneinsparung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Potenzial von 260.000 € jährlich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Minimum Viable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/>
              </a:defRPr>
            </a:pPr>
            <a:r>
              <a:t>Die Kernfunktionen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017520" cy="128016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Planungsalgorithmus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011680"/>
            <a:ext cx="3017520" cy="1280160"/>
          </a:xfrm>
          <a:prstGeom prst="roundRect">
            <a:avLst>
              <a:gd name="adj" fmla="val 50000"/>
            </a:avLst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423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Driver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017520" cy="128016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Web-Backoffice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657600"/>
            <a:ext cx="3017520" cy="1280160"/>
          </a:xfrm>
          <a:prstGeom prst="roundRect">
            <a:avLst>
              <a:gd name="adj" fmla="val 50000"/>
            </a:avLst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069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Externe Dienstleister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657600"/>
            <a:ext cx="3017520" cy="128016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069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303520"/>
            <a:ext cx="3017520" cy="1280160"/>
          </a:xfrm>
          <a:prstGeom prst="roundRect">
            <a:avLst>
              <a:gd name="adj" fmla="val 50000"/>
            </a:avLst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715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Bereit für die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Zukunft?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Gemeinsam gestalten wir die digitale Transformation Ihrer Fahrzeugdisposition.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