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00000">
            <a:off x="8229600" y="-457200"/>
            <a:ext cx="54864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700000">
            <a:off x="9144000" y="182880"/>
            <a:ext cx="4572000" cy="4572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 Black"/>
              </a:defRPr>
            </a:pPr>
            <a:r>
              <a:t>FAHRERSOFTWARE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C9C9C"/>
                </a:solidFill>
                <a:latin typeface="Arial"/>
              </a:defRPr>
            </a:pPr>
            <a:r>
              <a:t>Vorstellung in der Geschäftsführerrunde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1828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9C"/>
                </a:solidFill>
                <a:latin typeface="Arial"/>
              </a:defRPr>
            </a:pPr>
            <a:r>
              <a:t>AVEMO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5760720"/>
            <a:ext cx="1828800" cy="7315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AVEMO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407A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AKTUELLE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9C"/>
                </a:solidFill>
                <a:latin typeface="Arial"/>
              </a:defRPr>
            </a:pPr>
            <a:r>
              <a:t>Manuelle Prozesse in der AVEMO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029200" cy="16459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Keine Synergien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Jeder Standort organisiert sich selbst mit diversen Listen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303520" cy="16459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Excel &amp; Outlook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Einplanung erfolgt manuell, gleiche Inhalte in mehreren Listen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029200" cy="16459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Keine 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Kein Reporting möglich - alles basiert auf Bauchgefühl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303520" cy="16459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30 Tage Wartezeit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72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Bis ein Fahrzeug ausgeliefert werden kann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760720"/>
            <a:ext cx="36576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2,5h Leerlaufzeit pro Tag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407A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DIE ZUKUNFT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9C"/>
                </a:solidFill>
                <a:latin typeface="Arial"/>
              </a:defRPr>
            </a:pPr>
            <a:r>
              <a:t>Mit der Fahrersoftware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Synergien schaffen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Gruppenübergreifende Zusammenarbeit zwischen Fahrdiensten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Effizienz steigern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Optimaler Fahrereinsatz ohne neues Personal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7764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KPIs sichtbar machen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Transparente Auswertungen und Reporting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9204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Kosten senken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Transparente Abrechnungen der Fahrdienstleister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06440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Professioneller Auftritt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Innovatives Image vor dem Kunden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011680"/>
            <a:ext cx="4846320" cy="43891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011680"/>
            <a:ext cx="4846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EINSPARPOTENTIAL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926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 Black"/>
              </a:defRPr>
            </a:pPr>
            <a:r>
              <a:t>260.000 €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9C9C"/>
                </a:solidFill>
                <a:latin typeface="Arial"/>
              </a:defRPr>
            </a:pPr>
            <a:r>
              <a:t>pro Jahr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720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9C9C"/>
                </a:solidFill>
                <a:latin typeface="Arial"/>
              </a:defRPr>
            </a:pPr>
            <a:r>
              <a:t>Durch Online-Terminierung</a:t>
            </a:r>
            <a:br/>
            <a:r>
              <a:t>8.000 Stunden / Jahr</a:t>
            </a:r>
            <a:br/>
            <a:r>
              <a:t>entspricht 4 Mitarbeitern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407A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MVP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9C"/>
                </a:solidFill>
                <a:latin typeface="Arial"/>
              </a:defRPr>
            </a:pPr>
            <a:r>
              <a:t>Kernfunktionen der Fahrersoftware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7472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Planungsalgorithmus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Arial"/>
              </a:defRPr>
            </a:pPr>
            <a:r>
              <a:t>Automatisierte Tagesplanung</a:t>
            </a:r>
            <a:br/>
            <a:r>
              <a:t>Optimierung nach Kosten</a:t>
            </a:r>
            <a:br/>
            <a:r>
              <a:t>Interne Fahrer priorisieren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47472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Fahrer-App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Arial"/>
              </a:defRPr>
            </a:pPr>
            <a:r>
              <a:t>Tages-/Wochenübersicht</a:t>
            </a:r>
            <a:br/>
            <a:r>
              <a:t>Digitale Protokolle</a:t>
            </a:r>
            <a:br/>
            <a:r>
              <a:t>Fotos &amp; Unterschrift</a:t>
            </a:r>
            <a:br/>
            <a:r>
              <a:t>Offline-fähig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Web-Backoffice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Arial"/>
              </a:defRPr>
            </a:pPr>
            <a:r>
              <a:t>Disposition &amp; Planung</a:t>
            </a:r>
            <a:br/>
            <a:r>
              <a:t>Fahrtenliste</a:t>
            </a:r>
            <a:br/>
            <a:r>
              <a:t>Fahrer-Kalender</a:t>
            </a:r>
            <a:br/>
            <a:r>
              <a:t>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347472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Externe Dienstleister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Arial"/>
              </a:defRPr>
            </a:pPr>
            <a:r>
              <a:t>Zuweisung &amp; Annahme</a:t>
            </a:r>
            <a:br/>
            <a:r>
              <a:t>Kostenerfassung</a:t>
            </a:r>
            <a:br/>
            <a:r>
              <a:t>Portalansicht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114800"/>
            <a:ext cx="347472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411480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Arial"/>
              </a:defRPr>
            </a:pPr>
            <a:r>
              <a:t>Live-Status aller Fahrten</a:t>
            </a:r>
            <a:br/>
            <a:r>
              <a:t>Benachrichtigungen</a:t>
            </a:r>
            <a:br/>
            <a:r>
              <a:t>Änderungshistorie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114800"/>
            <a:ext cx="3474720" cy="20116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11480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Arial"/>
              </a:defRPr>
            </a:pPr>
            <a:r>
              <a:t>Auslastungsanalyse</a:t>
            </a:r>
            <a:br/>
            <a:r>
              <a:t>Kostenauswertung</a:t>
            </a:r>
            <a:br/>
            <a:r>
              <a:t>Excel-Export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00000">
            <a:off x="-1828800" y="5486400"/>
            <a:ext cx="731520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700000">
            <a:off x="-914400" y="5943600"/>
            <a:ext cx="5486400" cy="73152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 Black"/>
              </a:defRPr>
            </a:pPr>
            <a:r>
              <a:t>VIELEN DANK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67328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9C"/>
                </a:solidFill>
                <a:latin typeface="Arial"/>
              </a:defRPr>
            </a:pPr>
            <a:r>
              <a:t>Effizienzsteigerung durch Automatisierung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24528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9C"/>
                </a:solidFill>
                <a:latin typeface="Arial"/>
              </a:defRPr>
            </a:pPr>
            <a:r>
              <a:t>Synergien gruppenübergreifend nutzen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81728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9C9C"/>
                </a:solidFill>
                <a:latin typeface="Arial"/>
              </a:defRPr>
            </a:pPr>
            <a:r>
              <a:t>260.000 € Einsparpotential pro Jahr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9C9C"/>
                </a:solidFill>
                <a:latin typeface="Arial"/>
              </a:defRPr>
            </a:pPr>
            <a:r>
              <a:t>AVEMO Group | Fahrersoftware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